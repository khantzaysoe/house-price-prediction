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</p:sldIdLst>
  <p:sldSz cx="32918400" cy="43891200"/>
  <p:notesSz cx="6858000" cy="9144000"/>
  <p:embeddedFontLst>
    <p:embeddedFont>
      <p:font typeface="Calibri" panose="020F0502020204030204" pitchFamily="34" charset="0"/>
      <p:regular r:id="rId3"/>
      <p:bold r:id="rId4"/>
      <p:italic r:id="rId5"/>
      <p:boldItalic r:id="rId6"/>
    </p:embeddedFont>
    <p:embeddedFont>
      <p:font typeface="Gagalin"/>
      <p:regular r:id="rId7"/>
    </p:embeddedFont>
    <p:embeddedFont>
      <p:font typeface="Poppins" panose="00000500000000000000" pitchFamily="2" charset="0"/>
      <p:regular r:id="rId8"/>
      <p:bold r:id="rId9"/>
      <p:italic r:id="rId10"/>
      <p:boldItalic r:id="rId11"/>
    </p:embeddedFont>
  </p:embeddedFontLst>
  <p:defaultTextStyle>
    <a:defPPr>
      <a:defRPr lang="en-US"/>
    </a:defPPr>
    <a:lvl1pPr marL="0" algn="l" defTabSz="1924903" rtl="0" eaLnBrk="1" latinLnBrk="0" hangingPunct="1">
      <a:defRPr sz="3789" kern="1200">
        <a:solidFill>
          <a:schemeClr val="tx1"/>
        </a:solidFill>
        <a:latin typeface="+mn-lt"/>
        <a:ea typeface="+mn-ea"/>
        <a:cs typeface="+mn-cs"/>
      </a:defRPr>
    </a:lvl1pPr>
    <a:lvl2pPr marL="962452" algn="l" defTabSz="1924903" rtl="0" eaLnBrk="1" latinLnBrk="0" hangingPunct="1">
      <a:defRPr sz="3789" kern="1200">
        <a:solidFill>
          <a:schemeClr val="tx1"/>
        </a:solidFill>
        <a:latin typeface="+mn-lt"/>
        <a:ea typeface="+mn-ea"/>
        <a:cs typeface="+mn-cs"/>
      </a:defRPr>
    </a:lvl2pPr>
    <a:lvl3pPr marL="1924903" algn="l" defTabSz="1924903" rtl="0" eaLnBrk="1" latinLnBrk="0" hangingPunct="1">
      <a:defRPr sz="3789" kern="1200">
        <a:solidFill>
          <a:schemeClr val="tx1"/>
        </a:solidFill>
        <a:latin typeface="+mn-lt"/>
        <a:ea typeface="+mn-ea"/>
        <a:cs typeface="+mn-cs"/>
      </a:defRPr>
    </a:lvl3pPr>
    <a:lvl4pPr marL="2887355" algn="l" defTabSz="1924903" rtl="0" eaLnBrk="1" latinLnBrk="0" hangingPunct="1">
      <a:defRPr sz="3789" kern="1200">
        <a:solidFill>
          <a:schemeClr val="tx1"/>
        </a:solidFill>
        <a:latin typeface="+mn-lt"/>
        <a:ea typeface="+mn-ea"/>
        <a:cs typeface="+mn-cs"/>
      </a:defRPr>
    </a:lvl4pPr>
    <a:lvl5pPr marL="3849807" algn="l" defTabSz="1924903" rtl="0" eaLnBrk="1" latinLnBrk="0" hangingPunct="1">
      <a:defRPr sz="3789" kern="1200">
        <a:solidFill>
          <a:schemeClr val="tx1"/>
        </a:solidFill>
        <a:latin typeface="+mn-lt"/>
        <a:ea typeface="+mn-ea"/>
        <a:cs typeface="+mn-cs"/>
      </a:defRPr>
    </a:lvl5pPr>
    <a:lvl6pPr marL="4812259" algn="l" defTabSz="1924903" rtl="0" eaLnBrk="1" latinLnBrk="0" hangingPunct="1">
      <a:defRPr sz="3789" kern="1200">
        <a:solidFill>
          <a:schemeClr val="tx1"/>
        </a:solidFill>
        <a:latin typeface="+mn-lt"/>
        <a:ea typeface="+mn-ea"/>
        <a:cs typeface="+mn-cs"/>
      </a:defRPr>
    </a:lvl6pPr>
    <a:lvl7pPr marL="5774710" algn="l" defTabSz="1924903" rtl="0" eaLnBrk="1" latinLnBrk="0" hangingPunct="1">
      <a:defRPr sz="3789" kern="1200">
        <a:solidFill>
          <a:schemeClr val="tx1"/>
        </a:solidFill>
        <a:latin typeface="+mn-lt"/>
        <a:ea typeface="+mn-ea"/>
        <a:cs typeface="+mn-cs"/>
      </a:defRPr>
    </a:lvl7pPr>
    <a:lvl8pPr marL="6737162" algn="l" defTabSz="1924903" rtl="0" eaLnBrk="1" latinLnBrk="0" hangingPunct="1">
      <a:defRPr sz="3789" kern="1200">
        <a:solidFill>
          <a:schemeClr val="tx1"/>
        </a:solidFill>
        <a:latin typeface="+mn-lt"/>
        <a:ea typeface="+mn-ea"/>
        <a:cs typeface="+mn-cs"/>
      </a:defRPr>
    </a:lvl8pPr>
    <a:lvl9pPr marL="7699614" algn="l" defTabSz="1924903" rtl="0" eaLnBrk="1" latinLnBrk="0" hangingPunct="1">
      <a:defRPr sz="3789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4436" userDrawn="1">
          <p15:clr>
            <a:srgbClr val="A4A3A4"/>
          </p15:clr>
        </p15:guide>
        <p15:guide id="2" pos="6273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>
        <p:scale>
          <a:sx n="25" d="100"/>
          <a:sy n="25" d="100"/>
        </p:scale>
        <p:origin x="1234" y="197"/>
      </p:cViewPr>
      <p:guideLst>
        <p:guide orient="horz" pos="4436"/>
        <p:guide pos="6273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6.fntdata"/><Relationship Id="rId13" Type="http://schemas.openxmlformats.org/officeDocument/2006/relationships/viewProps" Target="viewProps.xml"/><Relationship Id="rId3" Type="http://schemas.openxmlformats.org/officeDocument/2006/relationships/font" Target="fonts/font1.fntdata"/><Relationship Id="rId7" Type="http://schemas.openxmlformats.org/officeDocument/2006/relationships/font" Target="fonts/font5.fntdata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4.fntdata"/><Relationship Id="rId11" Type="http://schemas.openxmlformats.org/officeDocument/2006/relationships/font" Target="fonts/font9.fntdata"/><Relationship Id="rId5" Type="http://schemas.openxmlformats.org/officeDocument/2006/relationships/font" Target="fonts/font3.fntdata"/><Relationship Id="rId15" Type="http://schemas.openxmlformats.org/officeDocument/2006/relationships/tableStyles" Target="tableStyles.xml"/><Relationship Id="rId10" Type="http://schemas.openxmlformats.org/officeDocument/2006/relationships/font" Target="fonts/font8.fntdata"/><Relationship Id="rId4" Type="http://schemas.openxmlformats.org/officeDocument/2006/relationships/font" Target="fonts/font2.fntdata"/><Relationship Id="rId9" Type="http://schemas.openxmlformats.org/officeDocument/2006/relationships/font" Target="fonts/font7.fntdata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493776" y="4374777"/>
            <a:ext cx="16929463" cy="3018661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987552" y="7980218"/>
            <a:ext cx="13941911" cy="3598922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9388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8777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281658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375544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469430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563316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657202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751088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08-Jan-26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08-Jan-26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3307" y="9049464"/>
            <a:ext cx="16929463" cy="2796988"/>
          </a:xfrm>
        </p:spPr>
        <p:txBody>
          <a:bodyPr anchor="t"/>
          <a:lstStyle>
            <a:lvl1pPr algn="l">
              <a:defRPr sz="8214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73307" y="5968866"/>
            <a:ext cx="16929463" cy="3080598"/>
          </a:xfrm>
        </p:spPr>
        <p:txBody>
          <a:bodyPr anchor="b"/>
          <a:lstStyle>
            <a:lvl1pPr marL="0" indent="0">
              <a:buNone/>
              <a:defRPr sz="4107">
                <a:solidFill>
                  <a:schemeClr val="tx1">
                    <a:tint val="75000"/>
                  </a:schemeClr>
                </a:solidFill>
              </a:defRPr>
            </a:lvl1pPr>
            <a:lvl2pPr marL="938860" indent="0">
              <a:buNone/>
              <a:defRPr sz="3696">
                <a:solidFill>
                  <a:schemeClr val="tx1">
                    <a:tint val="75000"/>
                  </a:schemeClr>
                </a:solidFill>
              </a:defRPr>
            </a:lvl2pPr>
            <a:lvl3pPr marL="1877720" indent="0">
              <a:buNone/>
              <a:defRPr sz="3286">
                <a:solidFill>
                  <a:schemeClr val="tx1">
                    <a:tint val="75000"/>
                  </a:schemeClr>
                </a:solidFill>
              </a:defRPr>
            </a:lvl3pPr>
            <a:lvl4pPr marL="2816581" indent="0">
              <a:buNone/>
              <a:defRPr sz="2875">
                <a:solidFill>
                  <a:schemeClr val="tx1">
                    <a:tint val="75000"/>
                  </a:schemeClr>
                </a:solidFill>
              </a:defRPr>
            </a:lvl4pPr>
            <a:lvl5pPr marL="3755441" indent="0">
              <a:buNone/>
              <a:defRPr sz="2875">
                <a:solidFill>
                  <a:schemeClr val="tx1">
                    <a:tint val="75000"/>
                  </a:schemeClr>
                </a:solidFill>
              </a:defRPr>
            </a:lvl5pPr>
            <a:lvl6pPr marL="4694301" indent="0">
              <a:buNone/>
              <a:defRPr sz="2875">
                <a:solidFill>
                  <a:schemeClr val="tx1">
                    <a:tint val="75000"/>
                  </a:schemeClr>
                </a:solidFill>
              </a:defRPr>
            </a:lvl6pPr>
            <a:lvl7pPr marL="5633161" indent="0">
              <a:buNone/>
              <a:defRPr sz="2875">
                <a:solidFill>
                  <a:schemeClr val="tx1">
                    <a:tint val="75000"/>
                  </a:schemeClr>
                </a:solidFill>
              </a:defRPr>
            </a:lvl7pPr>
            <a:lvl8pPr marL="6572021" indent="0">
              <a:buNone/>
              <a:defRPr sz="2875">
                <a:solidFill>
                  <a:schemeClr val="tx1">
                    <a:tint val="75000"/>
                  </a:schemeClr>
                </a:solidFill>
              </a:defRPr>
            </a:lvl8pPr>
            <a:lvl9pPr marL="7510882" indent="0">
              <a:buNone/>
              <a:defRPr sz="2875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08-Jan-26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95851" y="3285973"/>
            <a:ext cx="8796682" cy="9293956"/>
          </a:xfrm>
        </p:spPr>
        <p:txBody>
          <a:bodyPr/>
          <a:lstStyle>
            <a:lvl1pPr>
              <a:defRPr sz="5750"/>
            </a:lvl1pPr>
            <a:lvl2pPr>
              <a:defRPr sz="4928"/>
            </a:lvl2pPr>
            <a:lvl3pPr>
              <a:defRPr sz="4107"/>
            </a:lvl3pPr>
            <a:lvl4pPr>
              <a:defRPr sz="3696"/>
            </a:lvl4pPr>
            <a:lvl5pPr>
              <a:defRPr sz="3696"/>
            </a:lvl5pPr>
            <a:lvl6pPr>
              <a:defRPr sz="3696"/>
            </a:lvl6pPr>
            <a:lvl7pPr>
              <a:defRPr sz="3696"/>
            </a:lvl7pPr>
            <a:lvl8pPr>
              <a:defRPr sz="3696"/>
            </a:lvl8pPr>
            <a:lvl9pPr>
              <a:defRPr sz="3696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124483" y="3285973"/>
            <a:ext cx="8796682" cy="9293956"/>
          </a:xfrm>
        </p:spPr>
        <p:txBody>
          <a:bodyPr/>
          <a:lstStyle>
            <a:lvl1pPr>
              <a:defRPr sz="5750"/>
            </a:lvl1pPr>
            <a:lvl2pPr>
              <a:defRPr sz="4928"/>
            </a:lvl2pPr>
            <a:lvl3pPr>
              <a:defRPr sz="4107"/>
            </a:lvl3pPr>
            <a:lvl4pPr>
              <a:defRPr sz="3696"/>
            </a:lvl4pPr>
            <a:lvl5pPr>
              <a:defRPr sz="3696"/>
            </a:lvl5pPr>
            <a:lvl6pPr>
              <a:defRPr sz="3696"/>
            </a:lvl6pPr>
            <a:lvl7pPr>
              <a:defRPr sz="3696"/>
            </a:lvl7pPr>
            <a:lvl8pPr>
              <a:defRPr sz="3696"/>
            </a:lvl8pPr>
            <a:lvl9pPr>
              <a:defRPr sz="3696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08-Jan-26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95851" y="3152318"/>
            <a:ext cx="8800141" cy="1313736"/>
          </a:xfrm>
        </p:spPr>
        <p:txBody>
          <a:bodyPr anchor="b"/>
          <a:lstStyle>
            <a:lvl1pPr marL="0" indent="0">
              <a:buNone/>
              <a:defRPr sz="4928" b="1"/>
            </a:lvl1pPr>
            <a:lvl2pPr marL="938860" indent="0">
              <a:buNone/>
              <a:defRPr sz="4107" b="1"/>
            </a:lvl2pPr>
            <a:lvl3pPr marL="1877720" indent="0">
              <a:buNone/>
              <a:defRPr sz="3696" b="1"/>
            </a:lvl3pPr>
            <a:lvl4pPr marL="2816581" indent="0">
              <a:buNone/>
              <a:defRPr sz="3286" b="1"/>
            </a:lvl4pPr>
            <a:lvl5pPr marL="3755441" indent="0">
              <a:buNone/>
              <a:defRPr sz="3286" b="1"/>
            </a:lvl5pPr>
            <a:lvl6pPr marL="4694301" indent="0">
              <a:buNone/>
              <a:defRPr sz="3286" b="1"/>
            </a:lvl6pPr>
            <a:lvl7pPr marL="5633161" indent="0">
              <a:buNone/>
              <a:defRPr sz="3286" b="1"/>
            </a:lvl7pPr>
            <a:lvl8pPr marL="6572021" indent="0">
              <a:buNone/>
              <a:defRPr sz="3286" b="1"/>
            </a:lvl8pPr>
            <a:lvl9pPr marL="7510882" indent="0">
              <a:buNone/>
              <a:defRPr sz="3286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95851" y="4466053"/>
            <a:ext cx="8800141" cy="8113875"/>
          </a:xfrm>
        </p:spPr>
        <p:txBody>
          <a:bodyPr/>
          <a:lstStyle>
            <a:lvl1pPr>
              <a:defRPr sz="4928"/>
            </a:lvl1pPr>
            <a:lvl2pPr>
              <a:defRPr sz="4107"/>
            </a:lvl2pPr>
            <a:lvl3pPr>
              <a:defRPr sz="3696"/>
            </a:lvl3pPr>
            <a:lvl4pPr>
              <a:defRPr sz="3286"/>
            </a:lvl4pPr>
            <a:lvl5pPr>
              <a:defRPr sz="3286"/>
            </a:lvl5pPr>
            <a:lvl6pPr>
              <a:defRPr sz="3286"/>
            </a:lvl6pPr>
            <a:lvl7pPr>
              <a:defRPr sz="3286"/>
            </a:lvl7pPr>
            <a:lvl8pPr>
              <a:defRPr sz="3286"/>
            </a:lvl8pPr>
            <a:lvl9pPr>
              <a:defRPr sz="3286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0117568" y="3152318"/>
            <a:ext cx="8803597" cy="1313736"/>
          </a:xfrm>
        </p:spPr>
        <p:txBody>
          <a:bodyPr anchor="b"/>
          <a:lstStyle>
            <a:lvl1pPr marL="0" indent="0">
              <a:buNone/>
              <a:defRPr sz="4928" b="1"/>
            </a:lvl1pPr>
            <a:lvl2pPr marL="938860" indent="0">
              <a:buNone/>
              <a:defRPr sz="4107" b="1"/>
            </a:lvl2pPr>
            <a:lvl3pPr marL="1877720" indent="0">
              <a:buNone/>
              <a:defRPr sz="3696" b="1"/>
            </a:lvl3pPr>
            <a:lvl4pPr marL="2816581" indent="0">
              <a:buNone/>
              <a:defRPr sz="3286" b="1"/>
            </a:lvl4pPr>
            <a:lvl5pPr marL="3755441" indent="0">
              <a:buNone/>
              <a:defRPr sz="3286" b="1"/>
            </a:lvl5pPr>
            <a:lvl6pPr marL="4694301" indent="0">
              <a:buNone/>
              <a:defRPr sz="3286" b="1"/>
            </a:lvl6pPr>
            <a:lvl7pPr marL="5633161" indent="0">
              <a:buNone/>
              <a:defRPr sz="3286" b="1"/>
            </a:lvl7pPr>
            <a:lvl8pPr marL="6572021" indent="0">
              <a:buNone/>
              <a:defRPr sz="3286" b="1"/>
            </a:lvl8pPr>
            <a:lvl9pPr marL="7510882" indent="0">
              <a:buNone/>
              <a:defRPr sz="3286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0117568" y="4466053"/>
            <a:ext cx="8803597" cy="8113875"/>
          </a:xfrm>
        </p:spPr>
        <p:txBody>
          <a:bodyPr/>
          <a:lstStyle>
            <a:lvl1pPr>
              <a:defRPr sz="4928"/>
            </a:lvl1pPr>
            <a:lvl2pPr>
              <a:defRPr sz="4107"/>
            </a:lvl2pPr>
            <a:lvl3pPr>
              <a:defRPr sz="3696"/>
            </a:lvl3pPr>
            <a:lvl4pPr>
              <a:defRPr sz="3286"/>
            </a:lvl4pPr>
            <a:lvl5pPr>
              <a:defRPr sz="3286"/>
            </a:lvl5pPr>
            <a:lvl6pPr>
              <a:defRPr sz="3286"/>
            </a:lvl6pPr>
            <a:lvl7pPr>
              <a:defRPr sz="3286"/>
            </a:lvl7pPr>
            <a:lvl8pPr>
              <a:defRPr sz="3286"/>
            </a:lvl8pPr>
            <a:lvl9pPr>
              <a:defRPr sz="3286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08-Jan-26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08-Jan-26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08-Jan-26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5852" y="560701"/>
            <a:ext cx="6552561" cy="2386242"/>
          </a:xfrm>
        </p:spPr>
        <p:txBody>
          <a:bodyPr anchor="b"/>
          <a:lstStyle>
            <a:lvl1pPr algn="l">
              <a:defRPr sz="4107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787000" y="560702"/>
            <a:ext cx="11134165" cy="12019227"/>
          </a:xfrm>
        </p:spPr>
        <p:txBody>
          <a:bodyPr/>
          <a:lstStyle>
            <a:lvl1pPr>
              <a:defRPr sz="6571"/>
            </a:lvl1pPr>
            <a:lvl2pPr>
              <a:defRPr sz="5750"/>
            </a:lvl2pPr>
            <a:lvl3pPr>
              <a:defRPr sz="4928"/>
            </a:lvl3pPr>
            <a:lvl4pPr>
              <a:defRPr sz="4107"/>
            </a:lvl4pPr>
            <a:lvl5pPr>
              <a:defRPr sz="4107"/>
            </a:lvl5pPr>
            <a:lvl6pPr>
              <a:defRPr sz="4107"/>
            </a:lvl6pPr>
            <a:lvl7pPr>
              <a:defRPr sz="4107"/>
            </a:lvl7pPr>
            <a:lvl8pPr>
              <a:defRPr sz="4107"/>
            </a:lvl8pPr>
            <a:lvl9pPr>
              <a:defRPr sz="4107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95852" y="2946944"/>
            <a:ext cx="6552561" cy="9632985"/>
          </a:xfrm>
        </p:spPr>
        <p:txBody>
          <a:bodyPr/>
          <a:lstStyle>
            <a:lvl1pPr marL="0" indent="0">
              <a:buNone/>
              <a:defRPr sz="2875"/>
            </a:lvl1pPr>
            <a:lvl2pPr marL="938860" indent="0">
              <a:buNone/>
              <a:defRPr sz="2464"/>
            </a:lvl2pPr>
            <a:lvl3pPr marL="1877720" indent="0">
              <a:buNone/>
              <a:defRPr sz="2054"/>
            </a:lvl3pPr>
            <a:lvl4pPr marL="2816581" indent="0">
              <a:buNone/>
              <a:defRPr sz="1848"/>
            </a:lvl4pPr>
            <a:lvl5pPr marL="3755441" indent="0">
              <a:buNone/>
              <a:defRPr sz="1848"/>
            </a:lvl5pPr>
            <a:lvl6pPr marL="4694301" indent="0">
              <a:buNone/>
              <a:defRPr sz="1848"/>
            </a:lvl6pPr>
            <a:lvl7pPr marL="5633161" indent="0">
              <a:buNone/>
              <a:defRPr sz="1848"/>
            </a:lvl7pPr>
            <a:lvl8pPr marL="6572021" indent="0">
              <a:buNone/>
              <a:defRPr sz="1848"/>
            </a:lvl8pPr>
            <a:lvl9pPr marL="7510882" indent="0">
              <a:buNone/>
              <a:defRPr sz="1848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08-Jan-26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03874" y="9857917"/>
            <a:ext cx="11950209" cy="1163783"/>
          </a:xfrm>
        </p:spPr>
        <p:txBody>
          <a:bodyPr anchor="b"/>
          <a:lstStyle>
            <a:lvl1pPr algn="l">
              <a:defRPr sz="4107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903874" y="1258319"/>
            <a:ext cx="11950209" cy="8449643"/>
          </a:xfrm>
        </p:spPr>
        <p:txBody>
          <a:bodyPr/>
          <a:lstStyle>
            <a:lvl1pPr marL="0" indent="0">
              <a:buNone/>
              <a:defRPr sz="6571"/>
            </a:lvl1pPr>
            <a:lvl2pPr marL="938860" indent="0">
              <a:buNone/>
              <a:defRPr sz="5750"/>
            </a:lvl2pPr>
            <a:lvl3pPr marL="1877720" indent="0">
              <a:buNone/>
              <a:defRPr sz="4928"/>
            </a:lvl3pPr>
            <a:lvl4pPr marL="2816581" indent="0">
              <a:buNone/>
              <a:defRPr sz="4107"/>
            </a:lvl4pPr>
            <a:lvl5pPr marL="3755441" indent="0">
              <a:buNone/>
              <a:defRPr sz="4107"/>
            </a:lvl5pPr>
            <a:lvl6pPr marL="4694301" indent="0">
              <a:buNone/>
              <a:defRPr sz="4107"/>
            </a:lvl6pPr>
            <a:lvl7pPr marL="5633161" indent="0">
              <a:buNone/>
              <a:defRPr sz="4107"/>
            </a:lvl7pPr>
            <a:lvl8pPr marL="6572021" indent="0">
              <a:buNone/>
              <a:defRPr sz="4107"/>
            </a:lvl8pPr>
            <a:lvl9pPr marL="7510882" indent="0">
              <a:buNone/>
              <a:defRPr sz="4107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903874" y="11021699"/>
            <a:ext cx="11950209" cy="1652765"/>
          </a:xfrm>
        </p:spPr>
        <p:txBody>
          <a:bodyPr/>
          <a:lstStyle>
            <a:lvl1pPr marL="0" indent="0">
              <a:buNone/>
              <a:defRPr sz="2875"/>
            </a:lvl1pPr>
            <a:lvl2pPr marL="938860" indent="0">
              <a:buNone/>
              <a:defRPr sz="2464"/>
            </a:lvl2pPr>
            <a:lvl3pPr marL="1877720" indent="0">
              <a:buNone/>
              <a:defRPr sz="2054"/>
            </a:lvl3pPr>
            <a:lvl4pPr marL="2816581" indent="0">
              <a:buNone/>
              <a:defRPr sz="1848"/>
            </a:lvl4pPr>
            <a:lvl5pPr marL="3755441" indent="0">
              <a:buNone/>
              <a:defRPr sz="1848"/>
            </a:lvl5pPr>
            <a:lvl6pPr marL="4694301" indent="0">
              <a:buNone/>
              <a:defRPr sz="1848"/>
            </a:lvl6pPr>
            <a:lvl7pPr marL="5633161" indent="0">
              <a:buNone/>
              <a:defRPr sz="1848"/>
            </a:lvl7pPr>
            <a:lvl8pPr marL="6572021" indent="0">
              <a:buNone/>
              <a:defRPr sz="1848"/>
            </a:lvl8pPr>
            <a:lvl9pPr marL="7510882" indent="0">
              <a:buNone/>
              <a:defRPr sz="1848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08-Jan-26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08-Jan-26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4439836" y="563963"/>
            <a:ext cx="4481328" cy="12015966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95851" y="563963"/>
            <a:ext cx="13112035" cy="1201596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08-Jan-26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95851" y="563963"/>
            <a:ext cx="17925314" cy="234712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95851" y="3285973"/>
            <a:ext cx="17925314" cy="929395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95851" y="13052613"/>
            <a:ext cx="4647304" cy="7497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46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08-Jan-26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04980" y="13052613"/>
            <a:ext cx="6307055" cy="7497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6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4273861" y="13052613"/>
            <a:ext cx="4647304" cy="7497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46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1877720" rtl="0" eaLnBrk="1" latinLnBrk="0" hangingPunct="1">
        <a:spcBef>
          <a:spcPct val="0"/>
        </a:spcBef>
        <a:buNone/>
        <a:defRPr sz="903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704145" indent="-704145" algn="l" defTabSz="1877720" rtl="0" eaLnBrk="1" latinLnBrk="0" hangingPunct="1">
        <a:spcBef>
          <a:spcPct val="20000"/>
        </a:spcBef>
        <a:buFont typeface="Arial" pitchFamily="34" charset="0"/>
        <a:buChar char="•"/>
        <a:defRPr sz="6571" kern="1200">
          <a:solidFill>
            <a:schemeClr val="tx1"/>
          </a:solidFill>
          <a:latin typeface="+mn-lt"/>
          <a:ea typeface="+mn-ea"/>
          <a:cs typeface="+mn-cs"/>
        </a:defRPr>
      </a:lvl1pPr>
      <a:lvl2pPr marL="1525648" indent="-586788" algn="l" defTabSz="1877720" rtl="0" eaLnBrk="1" latinLnBrk="0" hangingPunct="1">
        <a:spcBef>
          <a:spcPct val="20000"/>
        </a:spcBef>
        <a:buFont typeface="Arial" pitchFamily="34" charset="0"/>
        <a:buChar char="–"/>
        <a:defRPr sz="5750" kern="1200">
          <a:solidFill>
            <a:schemeClr val="tx1"/>
          </a:solidFill>
          <a:latin typeface="+mn-lt"/>
          <a:ea typeface="+mn-ea"/>
          <a:cs typeface="+mn-cs"/>
        </a:defRPr>
      </a:lvl2pPr>
      <a:lvl3pPr marL="2347151" indent="-469430" algn="l" defTabSz="1877720" rtl="0" eaLnBrk="1" latinLnBrk="0" hangingPunct="1">
        <a:spcBef>
          <a:spcPct val="20000"/>
        </a:spcBef>
        <a:buFont typeface="Arial" pitchFamily="34" charset="0"/>
        <a:buChar char="•"/>
        <a:defRPr sz="4928" kern="1200">
          <a:solidFill>
            <a:schemeClr val="tx1"/>
          </a:solidFill>
          <a:latin typeface="+mn-lt"/>
          <a:ea typeface="+mn-ea"/>
          <a:cs typeface="+mn-cs"/>
        </a:defRPr>
      </a:lvl3pPr>
      <a:lvl4pPr marL="3286011" indent="-469430" algn="l" defTabSz="1877720" rtl="0" eaLnBrk="1" latinLnBrk="0" hangingPunct="1">
        <a:spcBef>
          <a:spcPct val="20000"/>
        </a:spcBef>
        <a:buFont typeface="Arial" pitchFamily="34" charset="0"/>
        <a:buChar char="–"/>
        <a:defRPr sz="4107" kern="1200">
          <a:solidFill>
            <a:schemeClr val="tx1"/>
          </a:solidFill>
          <a:latin typeface="+mn-lt"/>
          <a:ea typeface="+mn-ea"/>
          <a:cs typeface="+mn-cs"/>
        </a:defRPr>
      </a:lvl4pPr>
      <a:lvl5pPr marL="4224871" indent="-469430" algn="l" defTabSz="1877720" rtl="0" eaLnBrk="1" latinLnBrk="0" hangingPunct="1">
        <a:spcBef>
          <a:spcPct val="20000"/>
        </a:spcBef>
        <a:buFont typeface="Arial" pitchFamily="34" charset="0"/>
        <a:buChar char="»"/>
        <a:defRPr sz="4107" kern="1200">
          <a:solidFill>
            <a:schemeClr val="tx1"/>
          </a:solidFill>
          <a:latin typeface="+mn-lt"/>
          <a:ea typeface="+mn-ea"/>
          <a:cs typeface="+mn-cs"/>
        </a:defRPr>
      </a:lvl5pPr>
      <a:lvl6pPr marL="5163731" indent="-469430" algn="l" defTabSz="1877720" rtl="0" eaLnBrk="1" latinLnBrk="0" hangingPunct="1">
        <a:spcBef>
          <a:spcPct val="20000"/>
        </a:spcBef>
        <a:buFont typeface="Arial" pitchFamily="34" charset="0"/>
        <a:buChar char="•"/>
        <a:defRPr sz="4107" kern="1200">
          <a:solidFill>
            <a:schemeClr val="tx1"/>
          </a:solidFill>
          <a:latin typeface="+mn-lt"/>
          <a:ea typeface="+mn-ea"/>
          <a:cs typeface="+mn-cs"/>
        </a:defRPr>
      </a:lvl6pPr>
      <a:lvl7pPr marL="6102591" indent="-469430" algn="l" defTabSz="1877720" rtl="0" eaLnBrk="1" latinLnBrk="0" hangingPunct="1">
        <a:spcBef>
          <a:spcPct val="20000"/>
        </a:spcBef>
        <a:buFont typeface="Arial" pitchFamily="34" charset="0"/>
        <a:buChar char="•"/>
        <a:defRPr sz="4107" kern="1200">
          <a:solidFill>
            <a:schemeClr val="tx1"/>
          </a:solidFill>
          <a:latin typeface="+mn-lt"/>
          <a:ea typeface="+mn-ea"/>
          <a:cs typeface="+mn-cs"/>
        </a:defRPr>
      </a:lvl7pPr>
      <a:lvl8pPr marL="7041452" indent="-469430" algn="l" defTabSz="1877720" rtl="0" eaLnBrk="1" latinLnBrk="0" hangingPunct="1">
        <a:spcBef>
          <a:spcPct val="20000"/>
        </a:spcBef>
        <a:buFont typeface="Arial" pitchFamily="34" charset="0"/>
        <a:buChar char="•"/>
        <a:defRPr sz="4107" kern="1200">
          <a:solidFill>
            <a:schemeClr val="tx1"/>
          </a:solidFill>
          <a:latin typeface="+mn-lt"/>
          <a:ea typeface="+mn-ea"/>
          <a:cs typeface="+mn-cs"/>
        </a:defRPr>
      </a:lvl8pPr>
      <a:lvl9pPr marL="7980312" indent="-469430" algn="l" defTabSz="1877720" rtl="0" eaLnBrk="1" latinLnBrk="0" hangingPunct="1">
        <a:spcBef>
          <a:spcPct val="20000"/>
        </a:spcBef>
        <a:buFont typeface="Arial" pitchFamily="34" charset="0"/>
        <a:buChar char="•"/>
        <a:defRPr sz="410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877720" rtl="0" eaLnBrk="1" latinLnBrk="0" hangingPunct="1">
        <a:defRPr sz="3696" kern="1200">
          <a:solidFill>
            <a:schemeClr val="tx1"/>
          </a:solidFill>
          <a:latin typeface="+mn-lt"/>
          <a:ea typeface="+mn-ea"/>
          <a:cs typeface="+mn-cs"/>
        </a:defRPr>
      </a:lvl1pPr>
      <a:lvl2pPr marL="938860" algn="l" defTabSz="1877720" rtl="0" eaLnBrk="1" latinLnBrk="0" hangingPunct="1">
        <a:defRPr sz="3696" kern="1200">
          <a:solidFill>
            <a:schemeClr val="tx1"/>
          </a:solidFill>
          <a:latin typeface="+mn-lt"/>
          <a:ea typeface="+mn-ea"/>
          <a:cs typeface="+mn-cs"/>
        </a:defRPr>
      </a:lvl2pPr>
      <a:lvl3pPr marL="1877720" algn="l" defTabSz="1877720" rtl="0" eaLnBrk="1" latinLnBrk="0" hangingPunct="1">
        <a:defRPr sz="3696" kern="1200">
          <a:solidFill>
            <a:schemeClr val="tx1"/>
          </a:solidFill>
          <a:latin typeface="+mn-lt"/>
          <a:ea typeface="+mn-ea"/>
          <a:cs typeface="+mn-cs"/>
        </a:defRPr>
      </a:lvl3pPr>
      <a:lvl4pPr marL="2816581" algn="l" defTabSz="1877720" rtl="0" eaLnBrk="1" latinLnBrk="0" hangingPunct="1">
        <a:defRPr sz="3696" kern="1200">
          <a:solidFill>
            <a:schemeClr val="tx1"/>
          </a:solidFill>
          <a:latin typeface="+mn-lt"/>
          <a:ea typeface="+mn-ea"/>
          <a:cs typeface="+mn-cs"/>
        </a:defRPr>
      </a:lvl4pPr>
      <a:lvl5pPr marL="3755441" algn="l" defTabSz="1877720" rtl="0" eaLnBrk="1" latinLnBrk="0" hangingPunct="1">
        <a:defRPr sz="3696" kern="1200">
          <a:solidFill>
            <a:schemeClr val="tx1"/>
          </a:solidFill>
          <a:latin typeface="+mn-lt"/>
          <a:ea typeface="+mn-ea"/>
          <a:cs typeface="+mn-cs"/>
        </a:defRPr>
      </a:lvl5pPr>
      <a:lvl6pPr marL="4694301" algn="l" defTabSz="1877720" rtl="0" eaLnBrk="1" latinLnBrk="0" hangingPunct="1">
        <a:defRPr sz="3696" kern="1200">
          <a:solidFill>
            <a:schemeClr val="tx1"/>
          </a:solidFill>
          <a:latin typeface="+mn-lt"/>
          <a:ea typeface="+mn-ea"/>
          <a:cs typeface="+mn-cs"/>
        </a:defRPr>
      </a:lvl6pPr>
      <a:lvl7pPr marL="5633161" algn="l" defTabSz="1877720" rtl="0" eaLnBrk="1" latinLnBrk="0" hangingPunct="1">
        <a:defRPr sz="3696" kern="1200">
          <a:solidFill>
            <a:schemeClr val="tx1"/>
          </a:solidFill>
          <a:latin typeface="+mn-lt"/>
          <a:ea typeface="+mn-ea"/>
          <a:cs typeface="+mn-cs"/>
        </a:defRPr>
      </a:lvl7pPr>
      <a:lvl8pPr marL="6572021" algn="l" defTabSz="1877720" rtl="0" eaLnBrk="1" latinLnBrk="0" hangingPunct="1">
        <a:defRPr sz="3696" kern="1200">
          <a:solidFill>
            <a:schemeClr val="tx1"/>
          </a:solidFill>
          <a:latin typeface="+mn-lt"/>
          <a:ea typeface="+mn-ea"/>
          <a:cs typeface="+mn-cs"/>
        </a:defRPr>
      </a:lvl8pPr>
      <a:lvl9pPr marL="7510882" algn="l" defTabSz="1877720" rtl="0" eaLnBrk="1" latinLnBrk="0" hangingPunct="1">
        <a:defRPr sz="3696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18" Type="http://schemas.openxmlformats.org/officeDocument/2006/relationships/image" Target="../media/image1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17" Type="http://schemas.openxmlformats.org/officeDocument/2006/relationships/image" Target="../media/image16.png"/><Relationship Id="rId2" Type="http://schemas.openxmlformats.org/officeDocument/2006/relationships/image" Target="../media/image1.png"/><Relationship Id="rId16" Type="http://schemas.openxmlformats.org/officeDocument/2006/relationships/image" Target="../media/image1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5" Type="http://schemas.openxmlformats.org/officeDocument/2006/relationships/image" Target="../media/image14.png"/><Relationship Id="rId10" Type="http://schemas.openxmlformats.org/officeDocument/2006/relationships/image" Target="../media/image9.png"/><Relationship Id="rId4" Type="http://schemas.openxmlformats.org/officeDocument/2006/relationships/image" Target="../media/image3.svg"/><Relationship Id="rId9" Type="http://schemas.openxmlformats.org/officeDocument/2006/relationships/image" Target="../media/image8.png"/><Relationship Id="rId14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9" name="Picture 78">
            <a:extLst>
              <a:ext uri="{FF2B5EF4-FFF2-40B4-BE49-F238E27FC236}">
                <a16:creationId xmlns:a16="http://schemas.microsoft.com/office/drawing/2014/main" id="{F82A1814-EE07-9FBE-D683-508FEFFA68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074" y="-7960"/>
            <a:ext cx="32918400" cy="18803153"/>
          </a:xfrm>
          <a:prstGeom prst="rect">
            <a:avLst/>
          </a:prstGeom>
        </p:spPr>
      </p:pic>
      <p:sp>
        <p:nvSpPr>
          <p:cNvPr id="2" name="AutoShape 2"/>
          <p:cNvSpPr/>
          <p:nvPr/>
        </p:nvSpPr>
        <p:spPr>
          <a:xfrm>
            <a:off x="942109" y="-1005355"/>
            <a:ext cx="31048556" cy="2252560"/>
          </a:xfrm>
          <a:prstGeom prst="rect">
            <a:avLst/>
          </a:prstGeom>
          <a:solidFill>
            <a:srgbClr val="467C9B"/>
          </a:solidFill>
        </p:spPr>
        <p:txBody>
          <a:bodyPr/>
          <a:lstStyle/>
          <a:p>
            <a:endParaRPr lang="en-US" sz="7781" dirty="0"/>
          </a:p>
        </p:txBody>
      </p:sp>
      <p:sp>
        <p:nvSpPr>
          <p:cNvPr id="6" name="AutoShape 6"/>
          <p:cNvSpPr/>
          <p:nvPr/>
        </p:nvSpPr>
        <p:spPr>
          <a:xfrm>
            <a:off x="252739" y="29320038"/>
            <a:ext cx="28879800" cy="43709"/>
          </a:xfrm>
          <a:prstGeom prst="line">
            <a:avLst/>
          </a:prstGeom>
          <a:ln w="19050" cap="rnd">
            <a:solidFill>
              <a:srgbClr val="467C9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 sz="7781"/>
          </a:p>
        </p:txBody>
      </p:sp>
      <p:sp>
        <p:nvSpPr>
          <p:cNvPr id="41" name="Freeform 41"/>
          <p:cNvSpPr/>
          <p:nvPr/>
        </p:nvSpPr>
        <p:spPr>
          <a:xfrm>
            <a:off x="1733940" y="12660913"/>
            <a:ext cx="514735" cy="1359081"/>
          </a:xfrm>
          <a:custGeom>
            <a:avLst/>
            <a:gdLst/>
            <a:ahLst/>
            <a:cxnLst/>
            <a:rect l="l" t="t" r="r" b="b"/>
            <a:pathLst>
              <a:path w="250665" h="661844">
                <a:moveTo>
                  <a:pt x="0" y="0"/>
                </a:moveTo>
                <a:lnTo>
                  <a:pt x="250665" y="0"/>
                </a:lnTo>
                <a:lnTo>
                  <a:pt x="250665" y="661844"/>
                </a:lnTo>
                <a:lnTo>
                  <a:pt x="0" y="66184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 sz="7781"/>
          </a:p>
        </p:txBody>
      </p:sp>
      <p:sp>
        <p:nvSpPr>
          <p:cNvPr id="47" name="TextBox 47"/>
          <p:cNvSpPr txBox="1"/>
          <p:nvPr/>
        </p:nvSpPr>
        <p:spPr>
          <a:xfrm>
            <a:off x="7508853" y="-339843"/>
            <a:ext cx="20590610" cy="10643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8341"/>
              </a:lnSpc>
            </a:pPr>
            <a:r>
              <a:rPr lang="en-US" sz="9699" dirty="0">
                <a:solidFill>
                  <a:srgbClr val="FFFFFF"/>
                </a:solidFill>
                <a:latin typeface="Gagalin"/>
                <a:ea typeface="Gagalin"/>
                <a:cs typeface="Gagalin"/>
                <a:sym typeface="Gagalin"/>
              </a:rPr>
              <a:t>House Price Predicition,yic,gROUP-1</a:t>
            </a:r>
          </a:p>
        </p:txBody>
      </p:sp>
      <p:grpSp>
        <p:nvGrpSpPr>
          <p:cNvPr id="65" name="Group 64">
            <a:extLst>
              <a:ext uri="{FF2B5EF4-FFF2-40B4-BE49-F238E27FC236}">
                <a16:creationId xmlns:a16="http://schemas.microsoft.com/office/drawing/2014/main" id="{EE15D861-FDAA-BC2C-86D9-B448BBA43B47}"/>
              </a:ext>
            </a:extLst>
          </p:cNvPr>
          <p:cNvGrpSpPr/>
          <p:nvPr/>
        </p:nvGrpSpPr>
        <p:grpSpPr>
          <a:xfrm>
            <a:off x="685488" y="29715016"/>
            <a:ext cx="31947443" cy="10669390"/>
            <a:chOff x="2196927" y="24926299"/>
            <a:chExt cx="29563658" cy="10969861"/>
          </a:xfrm>
        </p:grpSpPr>
        <p:sp>
          <p:nvSpPr>
            <p:cNvPr id="21" name="AutoShape 21"/>
            <p:cNvSpPr/>
            <p:nvPr/>
          </p:nvSpPr>
          <p:spPr>
            <a:xfrm>
              <a:off x="2456312" y="25637362"/>
              <a:ext cx="29304273" cy="10258798"/>
            </a:xfrm>
            <a:prstGeom prst="rect">
              <a:avLst/>
            </a:prstGeom>
            <a:solidFill>
              <a:srgbClr val="FFFFFF"/>
            </a:solidFill>
          </p:spPr>
          <p:txBody>
            <a:bodyPr/>
            <a:lstStyle/>
            <a:p>
              <a:endParaRPr lang="en-US" sz="7781"/>
            </a:p>
          </p:txBody>
        </p:sp>
        <p:sp>
          <p:nvSpPr>
            <p:cNvPr id="23" name="AutoShape 23"/>
            <p:cNvSpPr/>
            <p:nvPr/>
          </p:nvSpPr>
          <p:spPr>
            <a:xfrm>
              <a:off x="2196927" y="24926299"/>
              <a:ext cx="4980618" cy="961735"/>
            </a:xfrm>
            <a:prstGeom prst="rect">
              <a:avLst/>
            </a:prstGeom>
            <a:solidFill>
              <a:srgbClr val="467C9B"/>
            </a:solidFill>
          </p:spPr>
          <p:txBody>
            <a:bodyPr/>
            <a:lstStyle/>
            <a:p>
              <a:endParaRPr lang="en-US" sz="7781"/>
            </a:p>
          </p:txBody>
        </p:sp>
        <p:sp>
          <p:nvSpPr>
            <p:cNvPr id="24" name="Freeform 24"/>
            <p:cNvSpPr/>
            <p:nvPr/>
          </p:nvSpPr>
          <p:spPr>
            <a:xfrm>
              <a:off x="3358488" y="25922167"/>
              <a:ext cx="6343061" cy="4513405"/>
            </a:xfrm>
            <a:custGeom>
              <a:avLst/>
              <a:gdLst/>
              <a:ahLst/>
              <a:cxnLst/>
              <a:rect l="l" t="t" r="r" b="b"/>
              <a:pathLst>
                <a:path w="2109824" h="1341169">
                  <a:moveTo>
                    <a:pt x="0" y="0"/>
                  </a:moveTo>
                  <a:lnTo>
                    <a:pt x="2109823" y="0"/>
                  </a:lnTo>
                  <a:lnTo>
                    <a:pt x="2109823" y="1341170"/>
                  </a:lnTo>
                  <a:lnTo>
                    <a:pt x="0" y="13411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/>
              </a:stretch>
            </a:blipFill>
          </p:spPr>
          <p:txBody>
            <a:bodyPr/>
            <a:lstStyle/>
            <a:p>
              <a:endParaRPr lang="en-US" sz="7781" dirty="0"/>
            </a:p>
          </p:txBody>
        </p:sp>
        <p:sp>
          <p:nvSpPr>
            <p:cNvPr id="25" name="Freeform 25"/>
            <p:cNvSpPr/>
            <p:nvPr/>
          </p:nvSpPr>
          <p:spPr>
            <a:xfrm>
              <a:off x="18758726" y="25696703"/>
              <a:ext cx="5704958" cy="4715938"/>
            </a:xfrm>
            <a:custGeom>
              <a:avLst/>
              <a:gdLst/>
              <a:ahLst/>
              <a:cxnLst/>
              <a:rect l="l" t="t" r="r" b="b"/>
              <a:pathLst>
                <a:path w="2225442" h="1665776">
                  <a:moveTo>
                    <a:pt x="0" y="0"/>
                  </a:moveTo>
                  <a:lnTo>
                    <a:pt x="2225442" y="0"/>
                  </a:lnTo>
                  <a:lnTo>
                    <a:pt x="2225442" y="1665776"/>
                  </a:lnTo>
                  <a:lnTo>
                    <a:pt x="0" y="166577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/>
              </a:stretch>
            </a:blipFill>
          </p:spPr>
          <p:txBody>
            <a:bodyPr/>
            <a:lstStyle/>
            <a:p>
              <a:endParaRPr lang="en-US" sz="7781" dirty="0"/>
            </a:p>
          </p:txBody>
        </p:sp>
        <p:sp>
          <p:nvSpPr>
            <p:cNvPr id="26" name="Freeform 26"/>
            <p:cNvSpPr/>
            <p:nvPr/>
          </p:nvSpPr>
          <p:spPr>
            <a:xfrm>
              <a:off x="11215483" y="26100273"/>
              <a:ext cx="4796695" cy="4098313"/>
            </a:xfrm>
            <a:custGeom>
              <a:avLst/>
              <a:gdLst/>
              <a:ahLst/>
              <a:cxnLst/>
              <a:rect l="l" t="t" r="r" b="b"/>
              <a:pathLst>
                <a:path w="1921094" h="1428390">
                  <a:moveTo>
                    <a:pt x="0" y="0"/>
                  </a:moveTo>
                  <a:lnTo>
                    <a:pt x="1921094" y="0"/>
                  </a:lnTo>
                  <a:lnTo>
                    <a:pt x="1921094" y="1428390"/>
                  </a:lnTo>
                  <a:lnTo>
                    <a:pt x="0" y="142839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/>
              </a:stretch>
            </a:blipFill>
          </p:spPr>
          <p:txBody>
            <a:bodyPr/>
            <a:lstStyle/>
            <a:p>
              <a:endParaRPr lang="en-US" sz="7781"/>
            </a:p>
          </p:txBody>
        </p:sp>
        <p:sp>
          <p:nvSpPr>
            <p:cNvPr id="27" name="Freeform 27"/>
            <p:cNvSpPr/>
            <p:nvPr/>
          </p:nvSpPr>
          <p:spPr>
            <a:xfrm>
              <a:off x="3821108" y="30719092"/>
              <a:ext cx="4933936" cy="3935101"/>
            </a:xfrm>
            <a:custGeom>
              <a:avLst/>
              <a:gdLst/>
              <a:ahLst/>
              <a:cxnLst/>
              <a:rect l="l" t="t" r="r" b="b"/>
              <a:pathLst>
                <a:path w="1931744" h="1424833">
                  <a:moveTo>
                    <a:pt x="0" y="0"/>
                  </a:moveTo>
                  <a:lnTo>
                    <a:pt x="1931744" y="0"/>
                  </a:lnTo>
                  <a:lnTo>
                    <a:pt x="1931744" y="1424832"/>
                  </a:lnTo>
                  <a:lnTo>
                    <a:pt x="0" y="14248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/>
              </a:stretch>
            </a:blipFill>
          </p:spPr>
          <p:txBody>
            <a:bodyPr/>
            <a:lstStyle/>
            <a:p>
              <a:endParaRPr lang="en-US" sz="7781"/>
            </a:p>
          </p:txBody>
        </p:sp>
        <p:sp>
          <p:nvSpPr>
            <p:cNvPr id="28" name="Freeform 28"/>
            <p:cNvSpPr/>
            <p:nvPr/>
          </p:nvSpPr>
          <p:spPr>
            <a:xfrm>
              <a:off x="10756990" y="30240738"/>
              <a:ext cx="4933936" cy="4251070"/>
            </a:xfrm>
            <a:custGeom>
              <a:avLst/>
              <a:gdLst/>
              <a:ahLst/>
              <a:cxnLst/>
              <a:rect l="l" t="t" r="r" b="b"/>
              <a:pathLst>
                <a:path w="1805949" h="1567427">
                  <a:moveTo>
                    <a:pt x="0" y="0"/>
                  </a:moveTo>
                  <a:lnTo>
                    <a:pt x="1805949" y="0"/>
                  </a:lnTo>
                  <a:lnTo>
                    <a:pt x="1805949" y="1567427"/>
                  </a:lnTo>
                  <a:lnTo>
                    <a:pt x="0" y="156742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/>
              </a:stretch>
            </a:blipFill>
          </p:spPr>
          <p:txBody>
            <a:bodyPr/>
            <a:lstStyle/>
            <a:p>
              <a:endParaRPr lang="en-US" sz="7781"/>
            </a:p>
          </p:txBody>
        </p:sp>
        <p:sp>
          <p:nvSpPr>
            <p:cNvPr id="29" name="Freeform 29"/>
            <p:cNvSpPr/>
            <p:nvPr/>
          </p:nvSpPr>
          <p:spPr>
            <a:xfrm>
              <a:off x="19172816" y="30435572"/>
              <a:ext cx="4357964" cy="3857901"/>
            </a:xfrm>
            <a:custGeom>
              <a:avLst/>
              <a:gdLst/>
              <a:ahLst/>
              <a:cxnLst/>
              <a:rect l="l" t="t" r="r" b="b"/>
              <a:pathLst>
                <a:path w="1592319" h="1364152">
                  <a:moveTo>
                    <a:pt x="0" y="0"/>
                  </a:moveTo>
                  <a:lnTo>
                    <a:pt x="1592319" y="0"/>
                  </a:lnTo>
                  <a:lnTo>
                    <a:pt x="1592319" y="1364152"/>
                  </a:lnTo>
                  <a:lnTo>
                    <a:pt x="0" y="136415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/>
              </a:stretch>
            </a:blipFill>
          </p:spPr>
          <p:txBody>
            <a:bodyPr/>
            <a:lstStyle/>
            <a:p>
              <a:endParaRPr lang="en-US" sz="7781"/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2899565" y="25009306"/>
              <a:ext cx="4253771" cy="62805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5544"/>
                </a:lnSpc>
                <a:spcBef>
                  <a:spcPct val="0"/>
                </a:spcBef>
              </a:pPr>
              <a:r>
                <a:rPr lang="en-US" sz="3961">
                  <a:solidFill>
                    <a:srgbClr val="FFFFFF"/>
                  </a:solidFill>
                  <a:latin typeface="Gagalin"/>
                  <a:ea typeface="Gagalin"/>
                  <a:cs typeface="Gagalin"/>
                  <a:sym typeface="Gagalin"/>
                </a:rPr>
                <a:t>Result Analysis</a:t>
              </a:r>
            </a:p>
          </p:txBody>
        </p:sp>
      </p:grpSp>
      <p:grpSp>
        <p:nvGrpSpPr>
          <p:cNvPr id="46" name="Group 45">
            <a:extLst>
              <a:ext uri="{FF2B5EF4-FFF2-40B4-BE49-F238E27FC236}">
                <a16:creationId xmlns:a16="http://schemas.microsoft.com/office/drawing/2014/main" id="{7B5B04D3-6A66-6F3E-3DC8-64CDD0896995}"/>
              </a:ext>
            </a:extLst>
          </p:cNvPr>
          <p:cNvGrpSpPr/>
          <p:nvPr/>
        </p:nvGrpSpPr>
        <p:grpSpPr>
          <a:xfrm>
            <a:off x="817642" y="19782644"/>
            <a:ext cx="6382209" cy="961735"/>
            <a:chOff x="585101" y="15828283"/>
            <a:chExt cx="6382209" cy="961735"/>
          </a:xfrm>
        </p:grpSpPr>
        <p:sp>
          <p:nvSpPr>
            <p:cNvPr id="5" name="AutoShape 5"/>
            <p:cNvSpPr/>
            <p:nvPr/>
          </p:nvSpPr>
          <p:spPr>
            <a:xfrm>
              <a:off x="585101" y="15828283"/>
              <a:ext cx="6255641" cy="961735"/>
            </a:xfrm>
            <a:prstGeom prst="rect">
              <a:avLst/>
            </a:prstGeom>
            <a:solidFill>
              <a:srgbClr val="467C9B"/>
            </a:solidFill>
          </p:spPr>
          <p:txBody>
            <a:bodyPr/>
            <a:lstStyle/>
            <a:p>
              <a:endParaRPr lang="en-US" sz="7781" dirty="0"/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1101872" y="15937679"/>
              <a:ext cx="5865438" cy="62805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5544"/>
                </a:lnSpc>
                <a:spcBef>
                  <a:spcPct val="0"/>
                </a:spcBef>
              </a:pPr>
              <a:r>
                <a:rPr lang="en-US" sz="3961" dirty="0">
                  <a:solidFill>
                    <a:srgbClr val="FFFFFF"/>
                  </a:solidFill>
                  <a:latin typeface="Gagalin"/>
                  <a:ea typeface="Gagalin"/>
                  <a:cs typeface="Gagalin"/>
                  <a:sym typeface="Gagalin"/>
                </a:rPr>
                <a:t>Implementation Result</a:t>
              </a:r>
            </a:p>
          </p:txBody>
        </p:sp>
      </p:grpSp>
      <p:sp>
        <p:nvSpPr>
          <p:cNvPr id="63" name="TextBox 51">
            <a:extLst>
              <a:ext uri="{FF2B5EF4-FFF2-40B4-BE49-F238E27FC236}">
                <a16:creationId xmlns:a16="http://schemas.microsoft.com/office/drawing/2014/main" id="{88CB2700-4D65-B2C7-4F01-2CAE36DBB44F}"/>
              </a:ext>
            </a:extLst>
          </p:cNvPr>
          <p:cNvSpPr txBox="1"/>
          <p:nvPr/>
        </p:nvSpPr>
        <p:spPr>
          <a:xfrm>
            <a:off x="2563573" y="11092666"/>
            <a:ext cx="12572259" cy="9886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31231" lvl="1">
              <a:lnSpc>
                <a:spcPts val="4294"/>
              </a:lnSpc>
            </a:pPr>
            <a:endParaRPr lang="en-US" sz="3068" dirty="0">
              <a:solidFill>
                <a:srgbClr val="00000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>
              <a:lnSpc>
                <a:spcPts val="3431"/>
              </a:lnSpc>
            </a:pPr>
            <a:endParaRPr lang="en-US" sz="3068" dirty="0">
              <a:solidFill>
                <a:srgbClr val="00000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grpSp>
        <p:nvGrpSpPr>
          <p:cNvPr id="20" name="Group 35">
            <a:extLst>
              <a:ext uri="{FF2B5EF4-FFF2-40B4-BE49-F238E27FC236}">
                <a16:creationId xmlns:a16="http://schemas.microsoft.com/office/drawing/2014/main" id="{2EDAD2C8-D69B-5B0C-0222-788AAA2D3C7D}"/>
              </a:ext>
            </a:extLst>
          </p:cNvPr>
          <p:cNvGrpSpPr/>
          <p:nvPr/>
        </p:nvGrpSpPr>
        <p:grpSpPr>
          <a:xfrm>
            <a:off x="457200" y="39671073"/>
            <a:ext cx="31667143" cy="4067728"/>
            <a:chOff x="0" y="0"/>
            <a:chExt cx="9066084" cy="3542120"/>
          </a:xfrm>
        </p:grpSpPr>
        <p:sp>
          <p:nvSpPr>
            <p:cNvPr id="22" name="AutoShape 36">
              <a:extLst>
                <a:ext uri="{FF2B5EF4-FFF2-40B4-BE49-F238E27FC236}">
                  <a16:creationId xmlns:a16="http://schemas.microsoft.com/office/drawing/2014/main" id="{CB9AAD20-C086-5E14-EA8D-1B7AE8F5F471}"/>
                </a:ext>
              </a:extLst>
            </p:cNvPr>
            <p:cNvSpPr/>
            <p:nvPr/>
          </p:nvSpPr>
          <p:spPr>
            <a:xfrm>
              <a:off x="96377" y="274730"/>
              <a:ext cx="8969707" cy="3267390"/>
            </a:xfrm>
            <a:prstGeom prst="rect">
              <a:avLst/>
            </a:prstGeom>
            <a:solidFill>
              <a:srgbClr val="B6CCD8"/>
            </a:solidFill>
          </p:spPr>
          <p:txBody>
            <a:bodyPr/>
            <a:lstStyle/>
            <a:p>
              <a:endParaRPr lang="en-US" sz="7781"/>
            </a:p>
          </p:txBody>
        </p:sp>
        <p:sp>
          <p:nvSpPr>
            <p:cNvPr id="31" name="AutoShape 37">
              <a:extLst>
                <a:ext uri="{FF2B5EF4-FFF2-40B4-BE49-F238E27FC236}">
                  <a16:creationId xmlns:a16="http://schemas.microsoft.com/office/drawing/2014/main" id="{FC29203B-39D0-C268-9431-C180248488A5}"/>
                </a:ext>
              </a:extLst>
            </p:cNvPr>
            <p:cNvSpPr/>
            <p:nvPr/>
          </p:nvSpPr>
          <p:spPr>
            <a:xfrm>
              <a:off x="0" y="0"/>
              <a:ext cx="2527665" cy="624460"/>
            </a:xfrm>
            <a:prstGeom prst="rect">
              <a:avLst/>
            </a:prstGeom>
            <a:solidFill>
              <a:srgbClr val="467C9B"/>
            </a:solidFill>
          </p:spPr>
          <p:txBody>
            <a:bodyPr/>
            <a:lstStyle/>
            <a:p>
              <a:endParaRPr lang="en-US" sz="7781"/>
            </a:p>
          </p:txBody>
        </p:sp>
        <p:sp>
          <p:nvSpPr>
            <p:cNvPr id="32" name="TextBox 38">
              <a:extLst>
                <a:ext uri="{FF2B5EF4-FFF2-40B4-BE49-F238E27FC236}">
                  <a16:creationId xmlns:a16="http://schemas.microsoft.com/office/drawing/2014/main" id="{56509EC7-EB10-5E82-3AB6-D2DE477E028D}"/>
                </a:ext>
              </a:extLst>
            </p:cNvPr>
            <p:cNvSpPr txBox="1"/>
            <p:nvPr/>
          </p:nvSpPr>
          <p:spPr>
            <a:xfrm>
              <a:off x="432825" y="63583"/>
              <a:ext cx="2339309" cy="38054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5544"/>
                </a:lnSpc>
                <a:spcBef>
                  <a:spcPct val="0"/>
                </a:spcBef>
              </a:pPr>
              <a:r>
                <a:rPr lang="en-US" sz="3961" dirty="0">
                  <a:solidFill>
                    <a:srgbClr val="FFFFFF"/>
                  </a:solidFill>
                  <a:latin typeface="Gagalin"/>
                  <a:ea typeface="Gagalin"/>
                  <a:cs typeface="Gagalin"/>
                  <a:sym typeface="Gagalin"/>
                </a:rPr>
                <a:t>Reference</a:t>
              </a:r>
            </a:p>
          </p:txBody>
        </p:sp>
      </p:grpSp>
      <p:sp>
        <p:nvSpPr>
          <p:cNvPr id="19" name="TextBox 18">
            <a:extLst>
              <a:ext uri="{FF2B5EF4-FFF2-40B4-BE49-F238E27FC236}">
                <a16:creationId xmlns:a16="http://schemas.microsoft.com/office/drawing/2014/main" id="{15892F51-07E7-DFF4-7AB9-1AF23E7FE446}"/>
              </a:ext>
            </a:extLst>
          </p:cNvPr>
          <p:cNvSpPr txBox="1"/>
          <p:nvPr/>
        </p:nvSpPr>
        <p:spPr>
          <a:xfrm>
            <a:off x="3341547" y="40592261"/>
            <a:ext cx="21034827" cy="675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Poppins" panose="00000500000000000000" pitchFamily="2" charset="0"/>
                <a:cs typeface="Poppins" panose="00000500000000000000" pitchFamily="2" charset="0"/>
              </a:rPr>
              <a:t>https://online-journals.org/index.php/i-jim/article/download/38073/14301/140519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7B651A9E-B214-166C-C4FF-EA18053EBA36}"/>
              </a:ext>
            </a:extLst>
          </p:cNvPr>
          <p:cNvSpPr txBox="1"/>
          <p:nvPr/>
        </p:nvSpPr>
        <p:spPr>
          <a:xfrm>
            <a:off x="3341547" y="41667536"/>
            <a:ext cx="24404276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000" dirty="0">
                <a:effectLst/>
                <a:latin typeface="Poppins" panose="00000500000000000000" pitchFamily="2" charset="0"/>
                <a:ea typeface="Calibri" panose="020F0502020204030204" pitchFamily="34" charset="0"/>
                <a:cs typeface="Poppins" panose="00000500000000000000" pitchFamily="2" charset="0"/>
              </a:rPr>
              <a:t>https://docs.google.com/viewerng/viewer?url=http://www.jetir.org/papers/JETIR2110302.pdf</a:t>
            </a:r>
            <a:endParaRPr lang="en-US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59625583-4521-AB2C-7860-D0C4FC47F2CC}"/>
              </a:ext>
            </a:extLst>
          </p:cNvPr>
          <p:cNvSpPr txBox="1"/>
          <p:nvPr/>
        </p:nvSpPr>
        <p:spPr>
          <a:xfrm>
            <a:off x="3269709" y="42775257"/>
            <a:ext cx="23966083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000" dirty="0">
                <a:effectLst/>
                <a:latin typeface="Poppins" panose="00000500000000000000" pitchFamily="2" charset="0"/>
                <a:ea typeface="Calibri" panose="020F0502020204030204" pitchFamily="34" charset="0"/>
                <a:cs typeface="Poppins" panose="00000500000000000000" pitchFamily="2" charset="0"/>
              </a:rPr>
              <a:t>https://www.ijraset.com/best-journal/house-price-prediction-using-linear-regression</a:t>
            </a:r>
            <a:endParaRPr lang="en-US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pic>
        <p:nvPicPr>
          <p:cNvPr id="71" name="Picture 70">
            <a:extLst>
              <a:ext uri="{FF2B5EF4-FFF2-40B4-BE49-F238E27FC236}">
                <a16:creationId xmlns:a16="http://schemas.microsoft.com/office/drawing/2014/main" id="{2420AEB4-14BB-A347-6976-68E640864C0B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14875" y="-700552"/>
            <a:ext cx="4431693" cy="1576871"/>
          </a:xfrm>
          <a:prstGeom prst="rect">
            <a:avLst/>
          </a:prstGeom>
        </p:spPr>
      </p:pic>
      <p:pic>
        <p:nvPicPr>
          <p:cNvPr id="72" name="Picture 71">
            <a:extLst>
              <a:ext uri="{FF2B5EF4-FFF2-40B4-BE49-F238E27FC236}">
                <a16:creationId xmlns:a16="http://schemas.microsoft.com/office/drawing/2014/main" id="{DF5A6DD4-9945-8563-A946-BCC9A26B3444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433134" y="-1079268"/>
            <a:ext cx="4429828" cy="2142617"/>
          </a:xfrm>
          <a:prstGeom prst="rect">
            <a:avLst/>
          </a:prstGeom>
        </p:spPr>
      </p:pic>
      <p:sp>
        <p:nvSpPr>
          <p:cNvPr id="3" name="Rectangle 1">
            <a:extLst>
              <a:ext uri="{FF2B5EF4-FFF2-40B4-BE49-F238E27FC236}">
                <a16:creationId xmlns:a16="http://schemas.microsoft.com/office/drawing/2014/main" id="{0513B6A9-9705-FB1A-A4CB-E83F85093D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329184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15" name="Rectangle 2">
            <a:extLst>
              <a:ext uri="{FF2B5EF4-FFF2-40B4-BE49-F238E27FC236}">
                <a16:creationId xmlns:a16="http://schemas.microsoft.com/office/drawing/2014/main" id="{29CF8B37-2BD8-0F8F-0CAD-7042DEF5E0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152400"/>
            <a:ext cx="329184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17" name="Rectangle 3">
            <a:extLst>
              <a:ext uri="{FF2B5EF4-FFF2-40B4-BE49-F238E27FC236}">
                <a16:creationId xmlns:a16="http://schemas.microsoft.com/office/drawing/2014/main" id="{7417A0DD-EAE6-A142-528C-55A1C26FF1F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4800" y="304800"/>
            <a:ext cx="329184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42" name="Rectangle 4">
            <a:extLst>
              <a:ext uri="{FF2B5EF4-FFF2-40B4-BE49-F238E27FC236}">
                <a16:creationId xmlns:a16="http://schemas.microsoft.com/office/drawing/2014/main" id="{8DD07CA1-8CA1-90B4-6C55-862967CD60B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457200"/>
            <a:ext cx="329184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64" name="Rectangle 5">
            <a:extLst>
              <a:ext uri="{FF2B5EF4-FFF2-40B4-BE49-F238E27FC236}">
                <a16:creationId xmlns:a16="http://schemas.microsoft.com/office/drawing/2014/main" id="{D6E1C1EE-4067-CF75-9F8E-73C883B56D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" y="609600"/>
            <a:ext cx="329184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84" name="AutoShape 12">
            <a:extLst>
              <a:ext uri="{FF2B5EF4-FFF2-40B4-BE49-F238E27FC236}">
                <a16:creationId xmlns:a16="http://schemas.microsoft.com/office/drawing/2014/main" id="{C536280A-E379-5C6C-B16A-831E558084B4}"/>
              </a:ext>
            </a:extLst>
          </p:cNvPr>
          <p:cNvSpPr/>
          <p:nvPr/>
        </p:nvSpPr>
        <p:spPr>
          <a:xfrm>
            <a:off x="458091" y="2898719"/>
            <a:ext cx="15824780" cy="5683154"/>
          </a:xfrm>
          <a:prstGeom prst="rect">
            <a:avLst/>
          </a:prstGeom>
          <a:solidFill>
            <a:schemeClr val="bg1">
              <a:alpha val="83000"/>
            </a:schemeClr>
          </a:solidFill>
          <a:ln>
            <a:noFill/>
          </a:ln>
        </p:spPr>
        <p:txBody>
          <a:bodyPr>
            <a:noAutofit/>
          </a:bodyPr>
          <a:lstStyle/>
          <a:p>
            <a:endParaRPr lang="en-US" sz="7781" dirty="0"/>
          </a:p>
        </p:txBody>
      </p:sp>
      <p:sp>
        <p:nvSpPr>
          <p:cNvPr id="73" name="Rectangle 6">
            <a:extLst>
              <a:ext uri="{FF2B5EF4-FFF2-40B4-BE49-F238E27FC236}">
                <a16:creationId xmlns:a16="http://schemas.microsoft.com/office/drawing/2014/main" id="{96CBBDE9-9DF0-2377-814E-D41E9C92849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" y="762000"/>
            <a:ext cx="329184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12" name="AutoShape 12"/>
          <p:cNvSpPr/>
          <p:nvPr/>
        </p:nvSpPr>
        <p:spPr>
          <a:xfrm>
            <a:off x="16611600" y="2901036"/>
            <a:ext cx="15848709" cy="5683154"/>
          </a:xfrm>
          <a:prstGeom prst="rect">
            <a:avLst/>
          </a:prstGeom>
          <a:solidFill>
            <a:schemeClr val="bg1">
              <a:alpha val="83000"/>
            </a:schemeClr>
          </a:solidFill>
          <a:ln>
            <a:noFill/>
          </a:ln>
        </p:spPr>
        <p:txBody>
          <a:bodyPr/>
          <a:lstStyle/>
          <a:p>
            <a:endParaRPr lang="en-US" sz="7781" dirty="0"/>
          </a:p>
        </p:txBody>
      </p:sp>
      <p:sp>
        <p:nvSpPr>
          <p:cNvPr id="82" name="TextBox 50">
            <a:extLst>
              <a:ext uri="{FF2B5EF4-FFF2-40B4-BE49-F238E27FC236}">
                <a16:creationId xmlns:a16="http://schemas.microsoft.com/office/drawing/2014/main" id="{A13BD0D1-A8E2-781D-EA51-0732434980A6}"/>
              </a:ext>
            </a:extLst>
          </p:cNvPr>
          <p:cNvSpPr txBox="1"/>
          <p:nvPr/>
        </p:nvSpPr>
        <p:spPr>
          <a:xfrm>
            <a:off x="17063875" y="4388566"/>
            <a:ext cx="15367580" cy="319433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662463" lvl="1" indent="-331232">
              <a:lnSpc>
                <a:spcPts val="4294"/>
              </a:lnSpc>
              <a:buFont typeface="Arial"/>
              <a:buChar char="•"/>
            </a:pPr>
            <a:r>
              <a:rPr lang="en-US" sz="3068" dirty="0">
                <a:solidFill>
                  <a:srgbClr val="000001"/>
                </a:solidFill>
                <a:latin typeface="Poppins"/>
                <a:ea typeface="Poppins"/>
                <a:cs typeface="Poppins"/>
                <a:sym typeface="Poppins"/>
              </a:rPr>
              <a:t>Ensure users can rely on accurate price predictions and make quicker, confident decisions.</a:t>
            </a:r>
          </a:p>
          <a:p>
            <a:pPr marL="662463" lvl="1" indent="-331232">
              <a:lnSpc>
                <a:spcPts val="4294"/>
              </a:lnSpc>
              <a:buFont typeface="Arial"/>
              <a:buChar char="•"/>
            </a:pPr>
            <a:r>
              <a:rPr lang="en-US" sz="3068" dirty="0">
                <a:solidFill>
                  <a:srgbClr val="000001"/>
                </a:solidFill>
                <a:latin typeface="Poppins"/>
                <a:ea typeface="Poppins"/>
                <a:cs typeface="Poppins"/>
                <a:sym typeface="Poppins"/>
              </a:rPr>
              <a:t>Develop a machine learning model to predict house prices effectively.</a:t>
            </a:r>
          </a:p>
          <a:p>
            <a:pPr marL="662463" lvl="1" indent="-331232">
              <a:lnSpc>
                <a:spcPts val="4294"/>
              </a:lnSpc>
              <a:buFont typeface="Arial"/>
              <a:buChar char="•"/>
            </a:pPr>
            <a:r>
              <a:rPr lang="en-US" sz="3068" dirty="0">
                <a:solidFill>
                  <a:srgbClr val="000001"/>
                </a:solidFill>
                <a:latin typeface="Poppins"/>
                <a:ea typeface="Poppins"/>
                <a:cs typeface="Poppins"/>
                <a:sym typeface="Poppins"/>
              </a:rPr>
              <a:t>Evaluate the model’s performance through statistical analysis and user feedback.</a:t>
            </a:r>
          </a:p>
          <a:p>
            <a:pPr>
              <a:lnSpc>
                <a:spcPts val="3431"/>
              </a:lnSpc>
            </a:pPr>
            <a:endParaRPr lang="en-US" sz="3068" dirty="0">
              <a:solidFill>
                <a:srgbClr val="00000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0" name="TextBox 10">
            <a:extLst>
              <a:ext uri="{FF2B5EF4-FFF2-40B4-BE49-F238E27FC236}">
                <a16:creationId xmlns:a16="http://schemas.microsoft.com/office/drawing/2014/main" id="{550F2740-E113-ED30-E8AA-5A7AE56643CA}"/>
              </a:ext>
            </a:extLst>
          </p:cNvPr>
          <p:cNvSpPr txBox="1"/>
          <p:nvPr/>
        </p:nvSpPr>
        <p:spPr>
          <a:xfrm>
            <a:off x="17063875" y="3400375"/>
            <a:ext cx="6059876" cy="72904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5544"/>
              </a:lnSpc>
              <a:spcBef>
                <a:spcPct val="0"/>
              </a:spcBef>
            </a:pPr>
            <a:r>
              <a:rPr lang="en-US" sz="8000" dirty="0">
                <a:solidFill>
                  <a:schemeClr val="accent5">
                    <a:lumMod val="75000"/>
                  </a:schemeClr>
                </a:solidFill>
                <a:latin typeface="Gagalin"/>
                <a:ea typeface="Gagalin"/>
                <a:cs typeface="Gagalin"/>
                <a:sym typeface="Gagalin"/>
              </a:rPr>
              <a:t>Objective</a:t>
            </a:r>
          </a:p>
        </p:txBody>
      </p:sp>
      <p:sp>
        <p:nvSpPr>
          <p:cNvPr id="86" name="AutoShape 12">
            <a:extLst>
              <a:ext uri="{FF2B5EF4-FFF2-40B4-BE49-F238E27FC236}">
                <a16:creationId xmlns:a16="http://schemas.microsoft.com/office/drawing/2014/main" id="{90EA1C5C-27BE-558F-F94A-F16DD6240A9F}"/>
              </a:ext>
            </a:extLst>
          </p:cNvPr>
          <p:cNvSpPr/>
          <p:nvPr/>
        </p:nvSpPr>
        <p:spPr>
          <a:xfrm>
            <a:off x="458091" y="9350269"/>
            <a:ext cx="15824780" cy="6869253"/>
          </a:xfrm>
          <a:prstGeom prst="rect">
            <a:avLst/>
          </a:prstGeom>
          <a:solidFill>
            <a:schemeClr val="bg1">
              <a:alpha val="83000"/>
            </a:schemeClr>
          </a:solidFill>
          <a:ln>
            <a:noFill/>
          </a:ln>
        </p:spPr>
        <p:txBody>
          <a:bodyPr/>
          <a:lstStyle/>
          <a:p>
            <a:endParaRPr lang="en-US" sz="7781" dirty="0"/>
          </a:p>
        </p:txBody>
      </p:sp>
      <p:sp>
        <p:nvSpPr>
          <p:cNvPr id="85" name="TextBox 10">
            <a:extLst>
              <a:ext uri="{FF2B5EF4-FFF2-40B4-BE49-F238E27FC236}">
                <a16:creationId xmlns:a16="http://schemas.microsoft.com/office/drawing/2014/main" id="{52D0B141-503E-0FFD-801F-48CDD56BD330}"/>
              </a:ext>
            </a:extLst>
          </p:cNvPr>
          <p:cNvSpPr txBox="1"/>
          <p:nvPr/>
        </p:nvSpPr>
        <p:spPr>
          <a:xfrm>
            <a:off x="760492" y="3433235"/>
            <a:ext cx="6059876" cy="72904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5544"/>
              </a:lnSpc>
              <a:spcBef>
                <a:spcPct val="0"/>
              </a:spcBef>
            </a:pPr>
            <a:r>
              <a:rPr lang="en-US" sz="8000" dirty="0">
                <a:solidFill>
                  <a:schemeClr val="accent5">
                    <a:lumMod val="75000"/>
                  </a:schemeClr>
                </a:solidFill>
                <a:latin typeface="Gagalin"/>
                <a:ea typeface="Gagalin"/>
                <a:cs typeface="Gagalin"/>
                <a:sym typeface="Gagalin"/>
              </a:rPr>
              <a:t>Introduction</a:t>
            </a:r>
          </a:p>
        </p:txBody>
      </p:sp>
      <p:sp>
        <p:nvSpPr>
          <p:cNvPr id="51" name="TextBox 51"/>
          <p:cNvSpPr txBox="1"/>
          <p:nvPr/>
        </p:nvSpPr>
        <p:spPr>
          <a:xfrm>
            <a:off x="507681" y="4370817"/>
            <a:ext cx="15364542" cy="319433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662463" lvl="1" indent="-331232">
              <a:lnSpc>
                <a:spcPts val="4294"/>
              </a:lnSpc>
              <a:buFont typeface="Arial"/>
              <a:buChar char="•"/>
            </a:pPr>
            <a:r>
              <a:rPr lang="en-US" sz="3068" dirty="0">
                <a:solidFill>
                  <a:srgbClr val="000001"/>
                </a:solidFill>
                <a:latin typeface="Poppins"/>
                <a:ea typeface="Poppins"/>
                <a:cs typeface="Poppins"/>
                <a:sym typeface="Poppins"/>
              </a:rPr>
              <a:t>Developed a Machine Learning web app to predict condo prices in Yangon.</a:t>
            </a:r>
          </a:p>
          <a:p>
            <a:pPr marL="662463" lvl="1" indent="-331232">
              <a:lnSpc>
                <a:spcPts val="4294"/>
              </a:lnSpc>
              <a:buFont typeface="Arial"/>
              <a:buChar char="•"/>
            </a:pPr>
            <a:r>
              <a:rPr lang="en-US" sz="3068" dirty="0">
                <a:solidFill>
                  <a:srgbClr val="000001"/>
                </a:solidFill>
                <a:latin typeface="Poppins"/>
                <a:ea typeface="Poppins"/>
                <a:cs typeface="Poppins"/>
                <a:sym typeface="Poppins"/>
              </a:rPr>
              <a:t>Trained multiple regression models (Polynomial, Ridge, Lasso, Linear) using real housing data.</a:t>
            </a:r>
          </a:p>
          <a:p>
            <a:pPr marL="662463" lvl="1" indent="-331232">
              <a:lnSpc>
                <a:spcPts val="4294"/>
              </a:lnSpc>
              <a:buFont typeface="Arial"/>
              <a:buChar char="•"/>
            </a:pPr>
            <a:r>
              <a:rPr lang="en-US" sz="3068" dirty="0">
                <a:solidFill>
                  <a:srgbClr val="000001"/>
                </a:solidFill>
                <a:latin typeface="Poppins"/>
                <a:ea typeface="Poppins"/>
                <a:cs typeface="Poppins"/>
                <a:sym typeface="Poppins"/>
              </a:rPr>
              <a:t>Integrated the best-performing model into a Flask-based web interface for instant price prediction in USD and MMK.</a:t>
            </a:r>
          </a:p>
          <a:p>
            <a:pPr>
              <a:lnSpc>
                <a:spcPts val="3431"/>
              </a:lnSpc>
            </a:pPr>
            <a:endParaRPr lang="en-US" sz="3068" dirty="0">
              <a:solidFill>
                <a:srgbClr val="00000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8" name="TextBox 18"/>
          <p:cNvSpPr txBox="1"/>
          <p:nvPr/>
        </p:nvSpPr>
        <p:spPr>
          <a:xfrm>
            <a:off x="817972" y="10063630"/>
            <a:ext cx="7977252" cy="72904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5544"/>
              </a:lnSpc>
              <a:spcBef>
                <a:spcPct val="0"/>
              </a:spcBef>
            </a:pPr>
            <a:r>
              <a:rPr lang="en-US" sz="8000" dirty="0">
                <a:solidFill>
                  <a:schemeClr val="accent5">
                    <a:lumMod val="75000"/>
                  </a:schemeClr>
                </a:solidFill>
                <a:latin typeface="Gagalin"/>
                <a:ea typeface="Gagalin"/>
                <a:cs typeface="Gagalin"/>
                <a:sym typeface="Gagalin"/>
              </a:rPr>
              <a:t>Methodology</a:t>
            </a:r>
          </a:p>
        </p:txBody>
      </p:sp>
      <p:sp>
        <p:nvSpPr>
          <p:cNvPr id="69" name="AutoShape 17">
            <a:extLst>
              <a:ext uri="{FF2B5EF4-FFF2-40B4-BE49-F238E27FC236}">
                <a16:creationId xmlns:a16="http://schemas.microsoft.com/office/drawing/2014/main" id="{5968876C-CD22-312A-7DAE-3CB4A0D03D74}"/>
              </a:ext>
            </a:extLst>
          </p:cNvPr>
          <p:cNvSpPr/>
          <p:nvPr/>
        </p:nvSpPr>
        <p:spPr>
          <a:xfrm>
            <a:off x="817972" y="10983031"/>
            <a:ext cx="4176518" cy="1220613"/>
          </a:xfrm>
          <a:prstGeom prst="rect">
            <a:avLst/>
          </a:prstGeom>
          <a:solidFill>
            <a:srgbClr val="467C9B"/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perspectiveFront"/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/>
          <a:lstStyle/>
          <a:p>
            <a:endParaRPr lang="en-US" sz="7781" dirty="0"/>
          </a:p>
        </p:txBody>
      </p:sp>
      <p:sp>
        <p:nvSpPr>
          <p:cNvPr id="70" name="TextBox 18">
            <a:extLst>
              <a:ext uri="{FF2B5EF4-FFF2-40B4-BE49-F238E27FC236}">
                <a16:creationId xmlns:a16="http://schemas.microsoft.com/office/drawing/2014/main" id="{F3CF331C-EA92-C575-1A32-0A14C5C545CC}"/>
              </a:ext>
            </a:extLst>
          </p:cNvPr>
          <p:cNvSpPr txBox="1"/>
          <p:nvPr/>
        </p:nvSpPr>
        <p:spPr>
          <a:xfrm>
            <a:off x="1651607" y="11220014"/>
            <a:ext cx="2892297" cy="62805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5544"/>
              </a:lnSpc>
              <a:spcBef>
                <a:spcPct val="0"/>
              </a:spcBef>
            </a:pPr>
            <a:r>
              <a:rPr lang="en-US" sz="3961" dirty="0">
                <a:solidFill>
                  <a:srgbClr val="FFFFFF"/>
                </a:solidFill>
                <a:latin typeface="Gagalin"/>
                <a:ea typeface="Gagalin"/>
                <a:cs typeface="Gagalin"/>
                <a:sym typeface="Gagalin"/>
              </a:rPr>
              <a:t>Case study</a:t>
            </a:r>
          </a:p>
        </p:txBody>
      </p:sp>
      <p:sp>
        <p:nvSpPr>
          <p:cNvPr id="87" name="AutoShape 17">
            <a:extLst>
              <a:ext uri="{FF2B5EF4-FFF2-40B4-BE49-F238E27FC236}">
                <a16:creationId xmlns:a16="http://schemas.microsoft.com/office/drawing/2014/main" id="{25FEA92E-349F-59A8-C700-831B09602843}"/>
              </a:ext>
            </a:extLst>
          </p:cNvPr>
          <p:cNvSpPr/>
          <p:nvPr/>
        </p:nvSpPr>
        <p:spPr>
          <a:xfrm>
            <a:off x="5909319" y="10949447"/>
            <a:ext cx="4176518" cy="1220613"/>
          </a:xfrm>
          <a:prstGeom prst="rect">
            <a:avLst/>
          </a:prstGeom>
          <a:solidFill>
            <a:srgbClr val="467C9B"/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perspectiveFront"/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/>
          <a:lstStyle/>
          <a:p>
            <a:endParaRPr lang="en-US" sz="7781" dirty="0"/>
          </a:p>
        </p:txBody>
      </p:sp>
      <p:sp>
        <p:nvSpPr>
          <p:cNvPr id="88" name="TextBox 18">
            <a:extLst>
              <a:ext uri="{FF2B5EF4-FFF2-40B4-BE49-F238E27FC236}">
                <a16:creationId xmlns:a16="http://schemas.microsoft.com/office/drawing/2014/main" id="{204E3252-DBCA-15B7-140F-6FC05ACF5F66}"/>
              </a:ext>
            </a:extLst>
          </p:cNvPr>
          <p:cNvSpPr txBox="1"/>
          <p:nvPr/>
        </p:nvSpPr>
        <p:spPr>
          <a:xfrm>
            <a:off x="6646858" y="11208995"/>
            <a:ext cx="2892297" cy="62805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5544"/>
              </a:lnSpc>
              <a:spcBef>
                <a:spcPct val="0"/>
              </a:spcBef>
            </a:pPr>
            <a:r>
              <a:rPr lang="en-US" sz="3961" dirty="0">
                <a:solidFill>
                  <a:srgbClr val="FFFFFF"/>
                </a:solidFill>
                <a:latin typeface="Gagalin"/>
                <a:ea typeface="Gagalin"/>
                <a:cs typeface="Gagalin"/>
                <a:sym typeface="Gagalin"/>
              </a:rPr>
              <a:t>observation</a:t>
            </a:r>
          </a:p>
        </p:txBody>
      </p:sp>
      <p:sp>
        <p:nvSpPr>
          <p:cNvPr id="89" name="AutoShape 17">
            <a:extLst>
              <a:ext uri="{FF2B5EF4-FFF2-40B4-BE49-F238E27FC236}">
                <a16:creationId xmlns:a16="http://schemas.microsoft.com/office/drawing/2014/main" id="{065A5204-C6BE-E34A-34BA-266321DF62CA}"/>
              </a:ext>
            </a:extLst>
          </p:cNvPr>
          <p:cNvSpPr/>
          <p:nvPr/>
        </p:nvSpPr>
        <p:spPr>
          <a:xfrm>
            <a:off x="10959314" y="10954613"/>
            <a:ext cx="4176518" cy="1220613"/>
          </a:xfrm>
          <a:prstGeom prst="rect">
            <a:avLst/>
          </a:prstGeom>
          <a:solidFill>
            <a:srgbClr val="467C9B"/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perspectiveFront"/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/>
          <a:lstStyle/>
          <a:p>
            <a:endParaRPr lang="en-US" sz="7781" dirty="0"/>
          </a:p>
        </p:txBody>
      </p:sp>
      <p:sp>
        <p:nvSpPr>
          <p:cNvPr id="91" name="TextBox 18">
            <a:extLst>
              <a:ext uri="{FF2B5EF4-FFF2-40B4-BE49-F238E27FC236}">
                <a16:creationId xmlns:a16="http://schemas.microsoft.com/office/drawing/2014/main" id="{599FB525-53F8-ECA9-3A7B-6331AAC0F079}"/>
              </a:ext>
            </a:extLst>
          </p:cNvPr>
          <p:cNvSpPr txBox="1"/>
          <p:nvPr/>
        </p:nvSpPr>
        <p:spPr>
          <a:xfrm>
            <a:off x="11605764" y="11200372"/>
            <a:ext cx="3822831" cy="62805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5544"/>
              </a:lnSpc>
              <a:spcBef>
                <a:spcPct val="0"/>
              </a:spcBef>
            </a:pPr>
            <a:r>
              <a:rPr lang="en-US" sz="3961" dirty="0">
                <a:solidFill>
                  <a:srgbClr val="FFFFFF"/>
                </a:solidFill>
                <a:latin typeface="Gagalin"/>
                <a:ea typeface="Gagalin"/>
                <a:cs typeface="Gagalin"/>
                <a:sym typeface="Gagalin"/>
              </a:rPr>
              <a:t>Data analyst</a:t>
            </a:r>
          </a:p>
        </p:txBody>
      </p:sp>
      <p:sp>
        <p:nvSpPr>
          <p:cNvPr id="92" name="AutoShape 17">
            <a:extLst>
              <a:ext uri="{FF2B5EF4-FFF2-40B4-BE49-F238E27FC236}">
                <a16:creationId xmlns:a16="http://schemas.microsoft.com/office/drawing/2014/main" id="{55E21385-DD30-DA8F-2DF2-DEDA5983D6DE}"/>
              </a:ext>
            </a:extLst>
          </p:cNvPr>
          <p:cNvSpPr/>
          <p:nvPr/>
        </p:nvSpPr>
        <p:spPr>
          <a:xfrm>
            <a:off x="817972" y="12847565"/>
            <a:ext cx="4176518" cy="1220613"/>
          </a:xfrm>
          <a:prstGeom prst="rect">
            <a:avLst/>
          </a:prstGeom>
          <a:solidFill>
            <a:srgbClr val="467C9B"/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perspectiveFront"/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/>
          <a:lstStyle/>
          <a:p>
            <a:endParaRPr lang="en-US" sz="7781" dirty="0"/>
          </a:p>
        </p:txBody>
      </p:sp>
      <p:sp>
        <p:nvSpPr>
          <p:cNvPr id="93" name="TextBox 18">
            <a:extLst>
              <a:ext uri="{FF2B5EF4-FFF2-40B4-BE49-F238E27FC236}">
                <a16:creationId xmlns:a16="http://schemas.microsoft.com/office/drawing/2014/main" id="{7D8AF4D6-AA7C-7382-34BD-AA40861F4022}"/>
              </a:ext>
            </a:extLst>
          </p:cNvPr>
          <p:cNvSpPr txBox="1"/>
          <p:nvPr/>
        </p:nvSpPr>
        <p:spPr>
          <a:xfrm>
            <a:off x="1023243" y="13108934"/>
            <a:ext cx="4035410" cy="62805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5544"/>
              </a:lnSpc>
              <a:spcBef>
                <a:spcPct val="0"/>
              </a:spcBef>
            </a:pPr>
            <a:r>
              <a:rPr lang="en-US" sz="3961" dirty="0">
                <a:solidFill>
                  <a:srgbClr val="FFFFFF"/>
                </a:solidFill>
                <a:latin typeface="Gagalin"/>
                <a:ea typeface="Gagalin"/>
                <a:cs typeface="Gagalin"/>
                <a:sym typeface="Gagalin"/>
              </a:rPr>
              <a:t>Action Research</a:t>
            </a:r>
          </a:p>
        </p:txBody>
      </p:sp>
      <p:sp>
        <p:nvSpPr>
          <p:cNvPr id="94" name="AutoShape 17">
            <a:extLst>
              <a:ext uri="{FF2B5EF4-FFF2-40B4-BE49-F238E27FC236}">
                <a16:creationId xmlns:a16="http://schemas.microsoft.com/office/drawing/2014/main" id="{0B8984E1-70F0-F52C-9F1F-9B6C6A93DFC9}"/>
              </a:ext>
            </a:extLst>
          </p:cNvPr>
          <p:cNvSpPr/>
          <p:nvPr/>
        </p:nvSpPr>
        <p:spPr>
          <a:xfrm>
            <a:off x="5909319" y="12806149"/>
            <a:ext cx="4176518" cy="1220613"/>
          </a:xfrm>
          <a:prstGeom prst="rect">
            <a:avLst/>
          </a:prstGeom>
          <a:solidFill>
            <a:srgbClr val="467C9B"/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perspectiveFront"/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/>
          <a:lstStyle/>
          <a:p>
            <a:endParaRPr lang="en-US" sz="7781" dirty="0"/>
          </a:p>
        </p:txBody>
      </p:sp>
      <p:sp>
        <p:nvSpPr>
          <p:cNvPr id="95" name="TextBox 18">
            <a:extLst>
              <a:ext uri="{FF2B5EF4-FFF2-40B4-BE49-F238E27FC236}">
                <a16:creationId xmlns:a16="http://schemas.microsoft.com/office/drawing/2014/main" id="{06172A22-550A-0A81-D08B-8CCBAFE76061}"/>
              </a:ext>
            </a:extLst>
          </p:cNvPr>
          <p:cNvSpPr txBox="1"/>
          <p:nvPr/>
        </p:nvSpPr>
        <p:spPr>
          <a:xfrm>
            <a:off x="6484444" y="13027447"/>
            <a:ext cx="4035410" cy="62805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5544"/>
              </a:lnSpc>
              <a:spcBef>
                <a:spcPct val="0"/>
              </a:spcBef>
            </a:pPr>
            <a:r>
              <a:rPr lang="en-US" sz="3961" dirty="0">
                <a:solidFill>
                  <a:srgbClr val="FFFFFF"/>
                </a:solidFill>
                <a:latin typeface="Gagalin"/>
                <a:ea typeface="Gagalin"/>
                <a:cs typeface="Gagalin"/>
                <a:sym typeface="Gagalin"/>
              </a:rPr>
              <a:t>QUESTIONARIES</a:t>
            </a:r>
          </a:p>
        </p:txBody>
      </p:sp>
      <p:sp>
        <p:nvSpPr>
          <p:cNvPr id="96" name="AutoShape 17">
            <a:extLst>
              <a:ext uri="{FF2B5EF4-FFF2-40B4-BE49-F238E27FC236}">
                <a16:creationId xmlns:a16="http://schemas.microsoft.com/office/drawing/2014/main" id="{6C85B62B-91E7-C5F2-DF3D-1CFC16A4708C}"/>
              </a:ext>
            </a:extLst>
          </p:cNvPr>
          <p:cNvSpPr/>
          <p:nvPr/>
        </p:nvSpPr>
        <p:spPr>
          <a:xfrm>
            <a:off x="783611" y="14648463"/>
            <a:ext cx="9302226" cy="1220613"/>
          </a:xfrm>
          <a:prstGeom prst="rect">
            <a:avLst/>
          </a:prstGeom>
          <a:solidFill>
            <a:srgbClr val="467C9B"/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perspectiveFront"/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/>
          <a:lstStyle/>
          <a:p>
            <a:endParaRPr lang="en-US" sz="7781" dirty="0"/>
          </a:p>
        </p:txBody>
      </p:sp>
      <p:sp>
        <p:nvSpPr>
          <p:cNvPr id="59" name="TextBox 18">
            <a:extLst>
              <a:ext uri="{FF2B5EF4-FFF2-40B4-BE49-F238E27FC236}">
                <a16:creationId xmlns:a16="http://schemas.microsoft.com/office/drawing/2014/main" id="{A5D334D5-4FA3-A199-F63D-5B7640E5901B}"/>
              </a:ext>
            </a:extLst>
          </p:cNvPr>
          <p:cNvSpPr txBox="1"/>
          <p:nvPr/>
        </p:nvSpPr>
        <p:spPr>
          <a:xfrm>
            <a:off x="2687297" y="14956221"/>
            <a:ext cx="5814852" cy="62805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5544"/>
              </a:lnSpc>
              <a:spcBef>
                <a:spcPct val="0"/>
              </a:spcBef>
            </a:pPr>
            <a:r>
              <a:rPr lang="en-US" sz="3961" dirty="0">
                <a:solidFill>
                  <a:srgbClr val="FFFFFF"/>
                </a:solidFill>
                <a:latin typeface="Gagalin"/>
                <a:ea typeface="Gagalin"/>
                <a:cs typeface="Gagalin"/>
                <a:sym typeface="Gagalin"/>
              </a:rPr>
              <a:t>Use of Personal record</a:t>
            </a:r>
          </a:p>
        </p:txBody>
      </p:sp>
      <p:pic>
        <p:nvPicPr>
          <p:cNvPr id="104" name="Picture 103">
            <a:extLst>
              <a:ext uri="{FF2B5EF4-FFF2-40B4-BE49-F238E27FC236}">
                <a16:creationId xmlns:a16="http://schemas.microsoft.com/office/drawing/2014/main" id="{43BE8CE8-C3E8-8667-39F3-17B260A6ABCC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20150277" y="20204596"/>
            <a:ext cx="11775583" cy="8904729"/>
          </a:xfrm>
          <a:prstGeom prst="rect">
            <a:avLst/>
          </a:prstGeom>
        </p:spPr>
      </p:pic>
      <p:sp>
        <p:nvSpPr>
          <p:cNvPr id="101" name="AutoShape 5">
            <a:extLst>
              <a:ext uri="{FF2B5EF4-FFF2-40B4-BE49-F238E27FC236}">
                <a16:creationId xmlns:a16="http://schemas.microsoft.com/office/drawing/2014/main" id="{23939ACB-BDC4-BFA0-CF03-DC0FC47369CF}"/>
              </a:ext>
            </a:extLst>
          </p:cNvPr>
          <p:cNvSpPr/>
          <p:nvPr/>
        </p:nvSpPr>
        <p:spPr>
          <a:xfrm>
            <a:off x="19014942" y="19723728"/>
            <a:ext cx="6255641" cy="961735"/>
          </a:xfrm>
          <a:prstGeom prst="rect">
            <a:avLst/>
          </a:prstGeom>
          <a:solidFill>
            <a:srgbClr val="467C9B"/>
          </a:solidFill>
        </p:spPr>
        <p:txBody>
          <a:bodyPr/>
          <a:lstStyle/>
          <a:p>
            <a:endParaRPr lang="en-US" sz="7781" dirty="0"/>
          </a:p>
        </p:txBody>
      </p:sp>
      <p:sp>
        <p:nvSpPr>
          <p:cNvPr id="102" name="TextBox 48">
            <a:extLst>
              <a:ext uri="{FF2B5EF4-FFF2-40B4-BE49-F238E27FC236}">
                <a16:creationId xmlns:a16="http://schemas.microsoft.com/office/drawing/2014/main" id="{4364207D-4AFD-56DA-09D9-CB3F833021DB}"/>
              </a:ext>
            </a:extLst>
          </p:cNvPr>
          <p:cNvSpPr txBox="1"/>
          <p:nvPr/>
        </p:nvSpPr>
        <p:spPr>
          <a:xfrm>
            <a:off x="19742942" y="19861710"/>
            <a:ext cx="5865438" cy="6280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5544"/>
              </a:lnSpc>
              <a:spcBef>
                <a:spcPct val="0"/>
              </a:spcBef>
            </a:pPr>
            <a:r>
              <a:rPr lang="en-US" sz="3961" dirty="0">
                <a:solidFill>
                  <a:srgbClr val="FFFFFF"/>
                </a:solidFill>
                <a:latin typeface="Gagalin"/>
                <a:ea typeface="Gagalin"/>
                <a:cs typeface="Gagalin"/>
                <a:sym typeface="Gagalin"/>
              </a:rPr>
              <a:t>Implementation Result</a:t>
            </a:r>
          </a:p>
        </p:txBody>
      </p:sp>
      <p:pic>
        <p:nvPicPr>
          <p:cNvPr id="106" name="Picture 105">
            <a:extLst>
              <a:ext uri="{FF2B5EF4-FFF2-40B4-BE49-F238E27FC236}">
                <a16:creationId xmlns:a16="http://schemas.microsoft.com/office/drawing/2014/main" id="{825EB474-9EC5-A9B1-9D70-D5B58D22AF44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25556900" y="34921264"/>
            <a:ext cx="6506483" cy="3915321"/>
          </a:xfrm>
          <a:prstGeom prst="rect">
            <a:avLst/>
          </a:prstGeom>
        </p:spPr>
      </p:pic>
      <p:pic>
        <p:nvPicPr>
          <p:cNvPr id="108" name="Picture 107">
            <a:extLst>
              <a:ext uri="{FF2B5EF4-FFF2-40B4-BE49-F238E27FC236}">
                <a16:creationId xmlns:a16="http://schemas.microsoft.com/office/drawing/2014/main" id="{8134225F-C700-02EF-A527-0B0B154C3B52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93839" y="20911108"/>
            <a:ext cx="8001386" cy="3857208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pic>
        <p:nvPicPr>
          <p:cNvPr id="110" name="Picture 109">
            <a:extLst>
              <a:ext uri="{FF2B5EF4-FFF2-40B4-BE49-F238E27FC236}">
                <a16:creationId xmlns:a16="http://schemas.microsoft.com/office/drawing/2014/main" id="{184FFE96-B27F-F123-2C19-3676E3CE68F7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9014990" y="20906456"/>
            <a:ext cx="7173326" cy="3289738"/>
          </a:xfrm>
          <a:prstGeom prst="rect">
            <a:avLst/>
          </a:prstGeom>
        </p:spPr>
      </p:pic>
      <p:pic>
        <p:nvPicPr>
          <p:cNvPr id="112" name="Picture 111">
            <a:extLst>
              <a:ext uri="{FF2B5EF4-FFF2-40B4-BE49-F238E27FC236}">
                <a16:creationId xmlns:a16="http://schemas.microsoft.com/office/drawing/2014/main" id="{5DC29A13-8D87-28FF-0C0A-6E8D94EE4ACB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795720" y="25188688"/>
            <a:ext cx="7999504" cy="3826949"/>
          </a:xfrm>
          <a:prstGeom prst="rect">
            <a:avLst/>
          </a:prstGeom>
        </p:spPr>
      </p:pic>
      <p:pic>
        <p:nvPicPr>
          <p:cNvPr id="114" name="Picture 113">
            <a:extLst>
              <a:ext uri="{FF2B5EF4-FFF2-40B4-BE49-F238E27FC236}">
                <a16:creationId xmlns:a16="http://schemas.microsoft.com/office/drawing/2014/main" id="{454EF62E-B8C4-CBB9-2D13-BAABEDDB4D76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9014990" y="25176166"/>
            <a:ext cx="7173326" cy="325800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254</TotalTime>
  <Words>170</Words>
  <Application>Microsoft Office PowerPoint</Application>
  <PresentationFormat>Custom</PresentationFormat>
  <Paragraphs>23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Calibri</vt:lpstr>
      <vt:lpstr>Arial</vt:lpstr>
      <vt:lpstr>Poppins</vt:lpstr>
      <vt:lpstr>Gagalin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Portrait University Research Poster in Blue Pink Playful and Illustrative Style</dc:title>
  <dc:creator>KHANT ZAE SOE</dc:creator>
  <cp:lastModifiedBy>Khant Zay Soe</cp:lastModifiedBy>
  <cp:revision>19</cp:revision>
  <dcterms:created xsi:type="dcterms:W3CDTF">2006-08-16T00:00:00Z</dcterms:created>
  <dcterms:modified xsi:type="dcterms:W3CDTF">2026-01-08T14:30:16Z</dcterms:modified>
  <dc:identifier>DAG3-wIYseI</dc:identifier>
</cp:coreProperties>
</file>